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Calibri (MS)" charset="1" panose="020F0502020204030204"/>
      <p:regular r:id="rId31"/>
    </p:embeddedFont>
    <p:embeddedFont>
      <p:font typeface="Arial" charset="1" panose="020B0604020202020204"/>
      <p:regular r:id="rId32"/>
    </p:embeddedFont>
    <p:embeddedFont>
      <p:font typeface="Arial Bold" charset="1" panose="020B0704020202020204"/>
      <p:regular r:id="rId33"/>
    </p:embeddedFont>
    <p:embeddedFont>
      <p:font typeface="Arimo Bold" charset="1" panose="020B0704020202020204"/>
      <p:regular r:id="rId34"/>
    </p:embeddedFont>
    <p:embeddedFont>
      <p:font typeface="Calibri (MS) Bold" charset="1" panose="020F0702030404030204"/>
      <p:regular r:id="rId35"/>
    </p:embeddedFont>
    <p:embeddedFont>
      <p:font typeface="Montserrat Bold" charset="1" panose="00000800000000000000"/>
      <p:regular r:id="rId36"/>
    </p:embeddedFont>
    <p:embeddedFont>
      <p:font typeface="TT Rounds Condensed Bold" charset="1" panose="02000806030000020003"/>
      <p:regular r:id="rId37"/>
    </p:embeddedFont>
    <p:embeddedFont>
      <p:font typeface="Roboto Condensed" charset="1" panose="02000000000000000000"/>
      <p:regular r:id="rId38"/>
    </p:embeddedFont>
    <p:embeddedFont>
      <p:font typeface="TT Rounds Condensed" charset="1" panose="02000506030000020003"/>
      <p:regular r:id="rId39"/>
    </p:embeddedFont>
    <p:embeddedFont>
      <p:font typeface="Oswald" charset="1" panose="00000500000000000000"/>
      <p:regular r:id="rId40"/>
    </p:embeddedFont>
    <p:embeddedFont>
      <p:font typeface="Roboto Condensed Bold" charset="1" panose="02000000000000000000"/>
      <p:regular r:id="rId41"/>
    </p:embeddedFont>
    <p:embeddedFont>
      <p:font typeface="Oswald Bold" charset="1" panose="00000800000000000000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3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4.png" Type="http://schemas.openxmlformats.org/officeDocument/2006/relationships/image"/><Relationship Id="rId5" Target="../embeddings/oleObject2.bin" Type="http://schemas.openxmlformats.org/officeDocument/2006/relationships/oleObjec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8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8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.png" Type="http://schemas.openxmlformats.org/officeDocument/2006/relationships/image"/><Relationship Id="rId4" Target="../media/image18.jpe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8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8.jpe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png" Type="http://schemas.openxmlformats.org/officeDocument/2006/relationships/image"/><Relationship Id="rId4" Target="../media/image18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png" Type="http://schemas.openxmlformats.org/officeDocument/2006/relationships/image"/><Relationship Id="rId4" Target="../media/image18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00" Target="../media/image122.png" Type="http://schemas.openxmlformats.org/officeDocument/2006/relationships/image"/><Relationship Id="rId101" Target="../media/image123.svg" Type="http://schemas.openxmlformats.org/officeDocument/2006/relationships/image"/><Relationship Id="rId102" Target="../media/image124.png" Type="http://schemas.openxmlformats.org/officeDocument/2006/relationships/image"/><Relationship Id="rId103" Target="../media/image125.svg" Type="http://schemas.openxmlformats.org/officeDocument/2006/relationships/image"/><Relationship Id="rId104" Target="../media/image126.png" Type="http://schemas.openxmlformats.org/officeDocument/2006/relationships/image"/><Relationship Id="rId105" Target="../media/image127.svg" Type="http://schemas.openxmlformats.org/officeDocument/2006/relationships/image"/><Relationship Id="rId106" Target="../media/image128.png" Type="http://schemas.openxmlformats.org/officeDocument/2006/relationships/image"/><Relationship Id="rId107" Target="../media/image129.svg" Type="http://schemas.openxmlformats.org/officeDocument/2006/relationships/image"/><Relationship Id="rId108" Target="../media/image130.png" Type="http://schemas.openxmlformats.org/officeDocument/2006/relationships/image"/><Relationship Id="rId109" Target="../media/image131.svg" Type="http://schemas.openxmlformats.org/officeDocument/2006/relationships/image"/><Relationship Id="rId11" Target="../media/image33.svg" Type="http://schemas.openxmlformats.org/officeDocument/2006/relationships/image"/><Relationship Id="rId110" Target="../media/image132.png" Type="http://schemas.openxmlformats.org/officeDocument/2006/relationships/image"/><Relationship Id="rId111" Target="../media/image133.svg" Type="http://schemas.openxmlformats.org/officeDocument/2006/relationships/image"/><Relationship Id="rId112" Target="../media/image134.png" Type="http://schemas.openxmlformats.org/officeDocument/2006/relationships/image"/><Relationship Id="rId113" Target="../media/image135.svg" Type="http://schemas.openxmlformats.org/officeDocument/2006/relationships/image"/><Relationship Id="rId114" Target="../media/image136.png" Type="http://schemas.openxmlformats.org/officeDocument/2006/relationships/image"/><Relationship Id="rId115" Target="../media/image137.svg" Type="http://schemas.openxmlformats.org/officeDocument/2006/relationships/image"/><Relationship Id="rId116" Target="../media/image138.png" Type="http://schemas.openxmlformats.org/officeDocument/2006/relationships/image"/><Relationship Id="rId117" Target="../media/image139.svg" Type="http://schemas.openxmlformats.org/officeDocument/2006/relationships/image"/><Relationship Id="rId118" Target="../media/image18.jpeg" Type="http://schemas.openxmlformats.org/officeDocument/2006/relationships/image"/><Relationship Id="rId12" Target="../media/image34.png" Type="http://schemas.openxmlformats.org/officeDocument/2006/relationships/image"/><Relationship Id="rId13" Target="../media/image35.svg" Type="http://schemas.openxmlformats.org/officeDocument/2006/relationships/image"/><Relationship Id="rId14" Target="../media/image36.png" Type="http://schemas.openxmlformats.org/officeDocument/2006/relationships/image"/><Relationship Id="rId15" Target="../media/image37.svg" Type="http://schemas.openxmlformats.org/officeDocument/2006/relationships/image"/><Relationship Id="rId16" Target="../media/image38.png" Type="http://schemas.openxmlformats.org/officeDocument/2006/relationships/image"/><Relationship Id="rId17" Target="../media/image39.svg" Type="http://schemas.openxmlformats.org/officeDocument/2006/relationships/image"/><Relationship Id="rId18" Target="../media/image40.png" Type="http://schemas.openxmlformats.org/officeDocument/2006/relationships/image"/><Relationship Id="rId19" Target="../media/image41.svg" Type="http://schemas.openxmlformats.org/officeDocument/2006/relationships/image"/><Relationship Id="rId2" Target="../media/image4.png" Type="http://schemas.openxmlformats.org/officeDocument/2006/relationships/image"/><Relationship Id="rId20" Target="../media/image42.png" Type="http://schemas.openxmlformats.org/officeDocument/2006/relationships/image"/><Relationship Id="rId21" Target="../media/image43.svg" Type="http://schemas.openxmlformats.org/officeDocument/2006/relationships/image"/><Relationship Id="rId22" Target="../media/image44.png" Type="http://schemas.openxmlformats.org/officeDocument/2006/relationships/image"/><Relationship Id="rId23" Target="../media/image45.svg" Type="http://schemas.openxmlformats.org/officeDocument/2006/relationships/image"/><Relationship Id="rId24" Target="../media/image46.png" Type="http://schemas.openxmlformats.org/officeDocument/2006/relationships/image"/><Relationship Id="rId25" Target="../media/image47.svg" Type="http://schemas.openxmlformats.org/officeDocument/2006/relationships/image"/><Relationship Id="rId26" Target="../media/image48.png" Type="http://schemas.openxmlformats.org/officeDocument/2006/relationships/image"/><Relationship Id="rId27" Target="../media/image49.svg" Type="http://schemas.openxmlformats.org/officeDocument/2006/relationships/image"/><Relationship Id="rId28" Target="../media/image50.png" Type="http://schemas.openxmlformats.org/officeDocument/2006/relationships/image"/><Relationship Id="rId29" Target="../media/image51.svg" Type="http://schemas.openxmlformats.org/officeDocument/2006/relationships/image"/><Relationship Id="rId3" Target="../media/image1.png" Type="http://schemas.openxmlformats.org/officeDocument/2006/relationships/image"/><Relationship Id="rId30" Target="../media/image52.png" Type="http://schemas.openxmlformats.org/officeDocument/2006/relationships/image"/><Relationship Id="rId31" Target="../media/image53.svg" Type="http://schemas.openxmlformats.org/officeDocument/2006/relationships/image"/><Relationship Id="rId32" Target="../media/image54.png" Type="http://schemas.openxmlformats.org/officeDocument/2006/relationships/image"/><Relationship Id="rId33" Target="../media/image55.svg" Type="http://schemas.openxmlformats.org/officeDocument/2006/relationships/image"/><Relationship Id="rId34" Target="../media/image56.png" Type="http://schemas.openxmlformats.org/officeDocument/2006/relationships/image"/><Relationship Id="rId35" Target="../media/image57.svg" Type="http://schemas.openxmlformats.org/officeDocument/2006/relationships/image"/><Relationship Id="rId36" Target="../media/image58.png" Type="http://schemas.openxmlformats.org/officeDocument/2006/relationships/image"/><Relationship Id="rId37" Target="../media/image59.svg" Type="http://schemas.openxmlformats.org/officeDocument/2006/relationships/image"/><Relationship Id="rId38" Target="../media/image60.png" Type="http://schemas.openxmlformats.org/officeDocument/2006/relationships/image"/><Relationship Id="rId39" Target="../media/image61.svg" Type="http://schemas.openxmlformats.org/officeDocument/2006/relationships/image"/><Relationship Id="rId4" Target="../media/image26.png" Type="http://schemas.openxmlformats.org/officeDocument/2006/relationships/image"/><Relationship Id="rId40" Target="../media/image62.png" Type="http://schemas.openxmlformats.org/officeDocument/2006/relationships/image"/><Relationship Id="rId41" Target="../media/image63.svg" Type="http://schemas.openxmlformats.org/officeDocument/2006/relationships/image"/><Relationship Id="rId42" Target="../media/image64.png" Type="http://schemas.openxmlformats.org/officeDocument/2006/relationships/image"/><Relationship Id="rId43" Target="../media/image65.svg" Type="http://schemas.openxmlformats.org/officeDocument/2006/relationships/image"/><Relationship Id="rId44" Target="../media/image66.png" Type="http://schemas.openxmlformats.org/officeDocument/2006/relationships/image"/><Relationship Id="rId45" Target="../media/image67.svg" Type="http://schemas.openxmlformats.org/officeDocument/2006/relationships/image"/><Relationship Id="rId46" Target="../media/image68.png" Type="http://schemas.openxmlformats.org/officeDocument/2006/relationships/image"/><Relationship Id="rId47" Target="../media/image69.svg" Type="http://schemas.openxmlformats.org/officeDocument/2006/relationships/image"/><Relationship Id="rId48" Target="../media/image70.png" Type="http://schemas.openxmlformats.org/officeDocument/2006/relationships/image"/><Relationship Id="rId49" Target="../media/image71.svg" Type="http://schemas.openxmlformats.org/officeDocument/2006/relationships/image"/><Relationship Id="rId5" Target="../media/image27.svg" Type="http://schemas.openxmlformats.org/officeDocument/2006/relationships/image"/><Relationship Id="rId50" Target="../media/image72.png" Type="http://schemas.openxmlformats.org/officeDocument/2006/relationships/image"/><Relationship Id="rId51" Target="../media/image73.svg" Type="http://schemas.openxmlformats.org/officeDocument/2006/relationships/image"/><Relationship Id="rId52" Target="../media/image74.png" Type="http://schemas.openxmlformats.org/officeDocument/2006/relationships/image"/><Relationship Id="rId53" Target="../media/image75.svg" Type="http://schemas.openxmlformats.org/officeDocument/2006/relationships/image"/><Relationship Id="rId54" Target="../media/image76.png" Type="http://schemas.openxmlformats.org/officeDocument/2006/relationships/image"/><Relationship Id="rId55" Target="../media/image77.svg" Type="http://schemas.openxmlformats.org/officeDocument/2006/relationships/image"/><Relationship Id="rId56" Target="../media/image78.png" Type="http://schemas.openxmlformats.org/officeDocument/2006/relationships/image"/><Relationship Id="rId57" Target="../media/image79.svg" Type="http://schemas.openxmlformats.org/officeDocument/2006/relationships/image"/><Relationship Id="rId58" Target="../media/image80.png" Type="http://schemas.openxmlformats.org/officeDocument/2006/relationships/image"/><Relationship Id="rId59" Target="../media/image81.svg" Type="http://schemas.openxmlformats.org/officeDocument/2006/relationships/image"/><Relationship Id="rId6" Target="../media/image28.png" Type="http://schemas.openxmlformats.org/officeDocument/2006/relationships/image"/><Relationship Id="rId60" Target="../media/image82.png" Type="http://schemas.openxmlformats.org/officeDocument/2006/relationships/image"/><Relationship Id="rId61" Target="../media/image83.svg" Type="http://schemas.openxmlformats.org/officeDocument/2006/relationships/image"/><Relationship Id="rId62" Target="../media/image84.png" Type="http://schemas.openxmlformats.org/officeDocument/2006/relationships/image"/><Relationship Id="rId63" Target="../media/image85.svg" Type="http://schemas.openxmlformats.org/officeDocument/2006/relationships/image"/><Relationship Id="rId64" Target="../media/image86.png" Type="http://schemas.openxmlformats.org/officeDocument/2006/relationships/image"/><Relationship Id="rId65" Target="../media/image87.svg" Type="http://schemas.openxmlformats.org/officeDocument/2006/relationships/image"/><Relationship Id="rId66" Target="../media/image88.png" Type="http://schemas.openxmlformats.org/officeDocument/2006/relationships/image"/><Relationship Id="rId67" Target="../media/image89.svg" Type="http://schemas.openxmlformats.org/officeDocument/2006/relationships/image"/><Relationship Id="rId68" Target="../media/image90.png" Type="http://schemas.openxmlformats.org/officeDocument/2006/relationships/image"/><Relationship Id="rId69" Target="../media/image91.svg" Type="http://schemas.openxmlformats.org/officeDocument/2006/relationships/image"/><Relationship Id="rId7" Target="../media/image29.svg" Type="http://schemas.openxmlformats.org/officeDocument/2006/relationships/image"/><Relationship Id="rId70" Target="../media/image92.png" Type="http://schemas.openxmlformats.org/officeDocument/2006/relationships/image"/><Relationship Id="rId71" Target="../media/image93.svg" Type="http://schemas.openxmlformats.org/officeDocument/2006/relationships/image"/><Relationship Id="rId72" Target="../media/image94.png" Type="http://schemas.openxmlformats.org/officeDocument/2006/relationships/image"/><Relationship Id="rId73" Target="../media/image95.svg" Type="http://schemas.openxmlformats.org/officeDocument/2006/relationships/image"/><Relationship Id="rId74" Target="../media/image96.png" Type="http://schemas.openxmlformats.org/officeDocument/2006/relationships/image"/><Relationship Id="rId75" Target="../media/image97.svg" Type="http://schemas.openxmlformats.org/officeDocument/2006/relationships/image"/><Relationship Id="rId76" Target="../media/image98.png" Type="http://schemas.openxmlformats.org/officeDocument/2006/relationships/image"/><Relationship Id="rId77" Target="../media/image99.svg" Type="http://schemas.openxmlformats.org/officeDocument/2006/relationships/image"/><Relationship Id="rId78" Target="../media/image100.png" Type="http://schemas.openxmlformats.org/officeDocument/2006/relationships/image"/><Relationship Id="rId79" Target="../media/image101.svg" Type="http://schemas.openxmlformats.org/officeDocument/2006/relationships/image"/><Relationship Id="rId8" Target="../media/image30.png" Type="http://schemas.openxmlformats.org/officeDocument/2006/relationships/image"/><Relationship Id="rId80" Target="../media/image102.png" Type="http://schemas.openxmlformats.org/officeDocument/2006/relationships/image"/><Relationship Id="rId81" Target="../media/image103.svg" Type="http://schemas.openxmlformats.org/officeDocument/2006/relationships/image"/><Relationship Id="rId82" Target="../media/image104.png" Type="http://schemas.openxmlformats.org/officeDocument/2006/relationships/image"/><Relationship Id="rId83" Target="../media/image105.svg" Type="http://schemas.openxmlformats.org/officeDocument/2006/relationships/image"/><Relationship Id="rId84" Target="../media/image106.png" Type="http://schemas.openxmlformats.org/officeDocument/2006/relationships/image"/><Relationship Id="rId85" Target="../media/image107.svg" Type="http://schemas.openxmlformats.org/officeDocument/2006/relationships/image"/><Relationship Id="rId86" Target="../media/image108.png" Type="http://schemas.openxmlformats.org/officeDocument/2006/relationships/image"/><Relationship Id="rId87" Target="../media/image109.svg" Type="http://schemas.openxmlformats.org/officeDocument/2006/relationships/image"/><Relationship Id="rId88" Target="../media/image110.png" Type="http://schemas.openxmlformats.org/officeDocument/2006/relationships/image"/><Relationship Id="rId89" Target="../media/image111.svg" Type="http://schemas.openxmlformats.org/officeDocument/2006/relationships/image"/><Relationship Id="rId9" Target="../media/image31.svg" Type="http://schemas.openxmlformats.org/officeDocument/2006/relationships/image"/><Relationship Id="rId90" Target="../media/image112.png" Type="http://schemas.openxmlformats.org/officeDocument/2006/relationships/image"/><Relationship Id="rId91" Target="../media/image113.svg" Type="http://schemas.openxmlformats.org/officeDocument/2006/relationships/image"/><Relationship Id="rId92" Target="../media/image114.png" Type="http://schemas.openxmlformats.org/officeDocument/2006/relationships/image"/><Relationship Id="rId93" Target="../media/image115.svg" Type="http://schemas.openxmlformats.org/officeDocument/2006/relationships/image"/><Relationship Id="rId94" Target="../media/image116.png" Type="http://schemas.openxmlformats.org/officeDocument/2006/relationships/image"/><Relationship Id="rId95" Target="../media/image117.svg" Type="http://schemas.openxmlformats.org/officeDocument/2006/relationships/image"/><Relationship Id="rId96" Target="../media/image118.png" Type="http://schemas.openxmlformats.org/officeDocument/2006/relationships/image"/><Relationship Id="rId97" Target="../media/image119.svg" Type="http://schemas.openxmlformats.org/officeDocument/2006/relationships/image"/><Relationship Id="rId98" Target="../media/image120.png" Type="http://schemas.openxmlformats.org/officeDocument/2006/relationships/image"/><Relationship Id="rId99" Target="../media/image121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6.png" Type="http://schemas.openxmlformats.org/officeDocument/2006/relationships/image"/><Relationship Id="rId100" Target="../media/image236.png" Type="http://schemas.openxmlformats.org/officeDocument/2006/relationships/image"/><Relationship Id="rId101" Target="../media/image237.svg" Type="http://schemas.openxmlformats.org/officeDocument/2006/relationships/image"/><Relationship Id="rId102" Target="../media/image238.png" Type="http://schemas.openxmlformats.org/officeDocument/2006/relationships/image"/><Relationship Id="rId103" Target="../media/image239.svg" Type="http://schemas.openxmlformats.org/officeDocument/2006/relationships/image"/><Relationship Id="rId104" Target="../media/image240.png" Type="http://schemas.openxmlformats.org/officeDocument/2006/relationships/image"/><Relationship Id="rId105" Target="../media/image241.svg" Type="http://schemas.openxmlformats.org/officeDocument/2006/relationships/image"/><Relationship Id="rId106" Target="../media/image242.png" Type="http://schemas.openxmlformats.org/officeDocument/2006/relationships/image"/><Relationship Id="rId107" Target="../media/image243.svg" Type="http://schemas.openxmlformats.org/officeDocument/2006/relationships/image"/><Relationship Id="rId108" Target="../media/image244.png" Type="http://schemas.openxmlformats.org/officeDocument/2006/relationships/image"/><Relationship Id="rId109" Target="../media/image245.svg" Type="http://schemas.openxmlformats.org/officeDocument/2006/relationships/image"/><Relationship Id="rId11" Target="../media/image147.svg" Type="http://schemas.openxmlformats.org/officeDocument/2006/relationships/image"/><Relationship Id="rId110" Target="../media/image246.png" Type="http://schemas.openxmlformats.org/officeDocument/2006/relationships/image"/><Relationship Id="rId111" Target="../media/image247.svg" Type="http://schemas.openxmlformats.org/officeDocument/2006/relationships/image"/><Relationship Id="rId112" Target="../media/image248.png" Type="http://schemas.openxmlformats.org/officeDocument/2006/relationships/image"/><Relationship Id="rId113" Target="../media/image249.svg" Type="http://schemas.openxmlformats.org/officeDocument/2006/relationships/image"/><Relationship Id="rId114" Target="../media/image250.png" Type="http://schemas.openxmlformats.org/officeDocument/2006/relationships/image"/><Relationship Id="rId115" Target="../media/image251.svg" Type="http://schemas.openxmlformats.org/officeDocument/2006/relationships/image"/><Relationship Id="rId116" Target="../media/image252.png" Type="http://schemas.openxmlformats.org/officeDocument/2006/relationships/image"/><Relationship Id="rId117" Target="../media/image253.svg" Type="http://schemas.openxmlformats.org/officeDocument/2006/relationships/image"/><Relationship Id="rId118" Target="../media/image254.png" Type="http://schemas.openxmlformats.org/officeDocument/2006/relationships/image"/><Relationship Id="rId119" Target="../media/image255.svg" Type="http://schemas.openxmlformats.org/officeDocument/2006/relationships/image"/><Relationship Id="rId12" Target="../media/image148.png" Type="http://schemas.openxmlformats.org/officeDocument/2006/relationships/image"/><Relationship Id="rId120" Target="../media/image256.png" Type="http://schemas.openxmlformats.org/officeDocument/2006/relationships/image"/><Relationship Id="rId121" Target="../media/image257.svg" Type="http://schemas.openxmlformats.org/officeDocument/2006/relationships/image"/><Relationship Id="rId122" Target="../media/image258.png" Type="http://schemas.openxmlformats.org/officeDocument/2006/relationships/image"/><Relationship Id="rId123" Target="../media/image259.svg" Type="http://schemas.openxmlformats.org/officeDocument/2006/relationships/image"/><Relationship Id="rId124" Target="../media/image260.png" Type="http://schemas.openxmlformats.org/officeDocument/2006/relationships/image"/><Relationship Id="rId125" Target="../media/image261.svg" Type="http://schemas.openxmlformats.org/officeDocument/2006/relationships/image"/><Relationship Id="rId126" Target="../media/image262.png" Type="http://schemas.openxmlformats.org/officeDocument/2006/relationships/image"/><Relationship Id="rId127" Target="../media/image263.svg" Type="http://schemas.openxmlformats.org/officeDocument/2006/relationships/image"/><Relationship Id="rId128" Target="../media/image264.png" Type="http://schemas.openxmlformats.org/officeDocument/2006/relationships/image"/><Relationship Id="rId129" Target="../media/image265.svg" Type="http://schemas.openxmlformats.org/officeDocument/2006/relationships/image"/><Relationship Id="rId13" Target="../media/image149.svg" Type="http://schemas.openxmlformats.org/officeDocument/2006/relationships/image"/><Relationship Id="rId130" Target="../media/image266.png" Type="http://schemas.openxmlformats.org/officeDocument/2006/relationships/image"/><Relationship Id="rId131" Target="../media/image267.svg" Type="http://schemas.openxmlformats.org/officeDocument/2006/relationships/image"/><Relationship Id="rId132" Target="../media/image268.png" Type="http://schemas.openxmlformats.org/officeDocument/2006/relationships/image"/><Relationship Id="rId133" Target="../media/image269.svg" Type="http://schemas.openxmlformats.org/officeDocument/2006/relationships/image"/><Relationship Id="rId134" Target="../media/image270.png" Type="http://schemas.openxmlformats.org/officeDocument/2006/relationships/image"/><Relationship Id="rId135" Target="../media/image271.svg" Type="http://schemas.openxmlformats.org/officeDocument/2006/relationships/image"/><Relationship Id="rId136" Target="../media/image272.png" Type="http://schemas.openxmlformats.org/officeDocument/2006/relationships/image"/><Relationship Id="rId137" Target="../media/image273.svg" Type="http://schemas.openxmlformats.org/officeDocument/2006/relationships/image"/><Relationship Id="rId138" Target="../media/image274.png" Type="http://schemas.openxmlformats.org/officeDocument/2006/relationships/image"/><Relationship Id="rId139" Target="../media/image275.svg" Type="http://schemas.openxmlformats.org/officeDocument/2006/relationships/image"/><Relationship Id="rId14" Target="../media/image150.png" Type="http://schemas.openxmlformats.org/officeDocument/2006/relationships/image"/><Relationship Id="rId140" Target="../media/image276.png" Type="http://schemas.openxmlformats.org/officeDocument/2006/relationships/image"/><Relationship Id="rId141" Target="../media/image277.svg" Type="http://schemas.openxmlformats.org/officeDocument/2006/relationships/image"/><Relationship Id="rId142" Target="../media/image278.png" Type="http://schemas.openxmlformats.org/officeDocument/2006/relationships/image"/><Relationship Id="rId143" Target="../media/image279.svg" Type="http://schemas.openxmlformats.org/officeDocument/2006/relationships/image"/><Relationship Id="rId144" Target="../media/image280.png" Type="http://schemas.openxmlformats.org/officeDocument/2006/relationships/image"/><Relationship Id="rId145" Target="../media/image281.svg" Type="http://schemas.openxmlformats.org/officeDocument/2006/relationships/image"/><Relationship Id="rId146" Target="../media/image282.png" Type="http://schemas.openxmlformats.org/officeDocument/2006/relationships/image"/><Relationship Id="rId147" Target="../media/image283.svg" Type="http://schemas.openxmlformats.org/officeDocument/2006/relationships/image"/><Relationship Id="rId148" Target="../media/image284.png" Type="http://schemas.openxmlformats.org/officeDocument/2006/relationships/image"/><Relationship Id="rId149" Target="../media/image285.svg" Type="http://schemas.openxmlformats.org/officeDocument/2006/relationships/image"/><Relationship Id="rId15" Target="../media/image151.svg" Type="http://schemas.openxmlformats.org/officeDocument/2006/relationships/image"/><Relationship Id="rId150" Target="../media/image286.png" Type="http://schemas.openxmlformats.org/officeDocument/2006/relationships/image"/><Relationship Id="rId151" Target="../media/image287.svg" Type="http://schemas.openxmlformats.org/officeDocument/2006/relationships/image"/><Relationship Id="rId152" Target="../media/image288.png" Type="http://schemas.openxmlformats.org/officeDocument/2006/relationships/image"/><Relationship Id="rId153" Target="../media/image289.svg" Type="http://schemas.openxmlformats.org/officeDocument/2006/relationships/image"/><Relationship Id="rId154" Target="../media/image290.png" Type="http://schemas.openxmlformats.org/officeDocument/2006/relationships/image"/><Relationship Id="rId155" Target="../media/image291.svg" Type="http://schemas.openxmlformats.org/officeDocument/2006/relationships/image"/><Relationship Id="rId156" Target="../media/image292.png" Type="http://schemas.openxmlformats.org/officeDocument/2006/relationships/image"/><Relationship Id="rId157" Target="../media/image293.svg" Type="http://schemas.openxmlformats.org/officeDocument/2006/relationships/image"/><Relationship Id="rId158" Target="../media/image294.png" Type="http://schemas.openxmlformats.org/officeDocument/2006/relationships/image"/><Relationship Id="rId159" Target="../media/image295.svg" Type="http://schemas.openxmlformats.org/officeDocument/2006/relationships/image"/><Relationship Id="rId16" Target="../media/image152.png" Type="http://schemas.openxmlformats.org/officeDocument/2006/relationships/image"/><Relationship Id="rId160" Target="../media/image296.png" Type="http://schemas.openxmlformats.org/officeDocument/2006/relationships/image"/><Relationship Id="rId161" Target="../media/image297.svg" Type="http://schemas.openxmlformats.org/officeDocument/2006/relationships/image"/><Relationship Id="rId162" Target="../media/image298.png" Type="http://schemas.openxmlformats.org/officeDocument/2006/relationships/image"/><Relationship Id="rId163" Target="../media/image299.svg" Type="http://schemas.openxmlformats.org/officeDocument/2006/relationships/image"/><Relationship Id="rId164" Target="../media/image300.png" Type="http://schemas.openxmlformats.org/officeDocument/2006/relationships/image"/><Relationship Id="rId165" Target="../media/image301.svg" Type="http://schemas.openxmlformats.org/officeDocument/2006/relationships/image"/><Relationship Id="rId166" Target="../media/image302.png" Type="http://schemas.openxmlformats.org/officeDocument/2006/relationships/image"/><Relationship Id="rId167" Target="../media/image303.svg" Type="http://schemas.openxmlformats.org/officeDocument/2006/relationships/image"/><Relationship Id="rId168" Target="../media/image304.png" Type="http://schemas.openxmlformats.org/officeDocument/2006/relationships/image"/><Relationship Id="rId169" Target="../media/image305.svg" Type="http://schemas.openxmlformats.org/officeDocument/2006/relationships/image"/><Relationship Id="rId17" Target="../media/image153.svg" Type="http://schemas.openxmlformats.org/officeDocument/2006/relationships/image"/><Relationship Id="rId170" Target="../media/image306.png" Type="http://schemas.openxmlformats.org/officeDocument/2006/relationships/image"/><Relationship Id="rId171" Target="../media/image307.svg" Type="http://schemas.openxmlformats.org/officeDocument/2006/relationships/image"/><Relationship Id="rId172" Target="../media/image308.png" Type="http://schemas.openxmlformats.org/officeDocument/2006/relationships/image"/><Relationship Id="rId173" Target="../media/image309.svg" Type="http://schemas.openxmlformats.org/officeDocument/2006/relationships/image"/><Relationship Id="rId174" Target="../media/image310.png" Type="http://schemas.openxmlformats.org/officeDocument/2006/relationships/image"/><Relationship Id="rId175" Target="../media/image311.svg" Type="http://schemas.openxmlformats.org/officeDocument/2006/relationships/image"/><Relationship Id="rId18" Target="../media/image154.png" Type="http://schemas.openxmlformats.org/officeDocument/2006/relationships/image"/><Relationship Id="rId19" Target="../media/image155.svg" Type="http://schemas.openxmlformats.org/officeDocument/2006/relationships/image"/><Relationship Id="rId2" Target="../media/image17.png" Type="http://schemas.openxmlformats.org/officeDocument/2006/relationships/image"/><Relationship Id="rId20" Target="../media/image156.png" Type="http://schemas.openxmlformats.org/officeDocument/2006/relationships/image"/><Relationship Id="rId21" Target="../media/image157.svg" Type="http://schemas.openxmlformats.org/officeDocument/2006/relationships/image"/><Relationship Id="rId22" Target="../media/image158.png" Type="http://schemas.openxmlformats.org/officeDocument/2006/relationships/image"/><Relationship Id="rId23" Target="../media/image159.svg" Type="http://schemas.openxmlformats.org/officeDocument/2006/relationships/image"/><Relationship Id="rId24" Target="../media/image160.png" Type="http://schemas.openxmlformats.org/officeDocument/2006/relationships/image"/><Relationship Id="rId25" Target="../media/image161.svg" Type="http://schemas.openxmlformats.org/officeDocument/2006/relationships/image"/><Relationship Id="rId26" Target="../media/image162.png" Type="http://schemas.openxmlformats.org/officeDocument/2006/relationships/image"/><Relationship Id="rId27" Target="../media/image163.svg" Type="http://schemas.openxmlformats.org/officeDocument/2006/relationships/image"/><Relationship Id="rId28" Target="../media/image164.png" Type="http://schemas.openxmlformats.org/officeDocument/2006/relationships/image"/><Relationship Id="rId29" Target="../media/image165.svg" Type="http://schemas.openxmlformats.org/officeDocument/2006/relationships/image"/><Relationship Id="rId3" Target="../media/image1.png" Type="http://schemas.openxmlformats.org/officeDocument/2006/relationships/image"/><Relationship Id="rId30" Target="../media/image166.png" Type="http://schemas.openxmlformats.org/officeDocument/2006/relationships/image"/><Relationship Id="rId31" Target="../media/image167.svg" Type="http://schemas.openxmlformats.org/officeDocument/2006/relationships/image"/><Relationship Id="rId32" Target="../media/image168.png" Type="http://schemas.openxmlformats.org/officeDocument/2006/relationships/image"/><Relationship Id="rId33" Target="../media/image169.svg" Type="http://schemas.openxmlformats.org/officeDocument/2006/relationships/image"/><Relationship Id="rId34" Target="../media/image170.png" Type="http://schemas.openxmlformats.org/officeDocument/2006/relationships/image"/><Relationship Id="rId35" Target="../media/image171.svg" Type="http://schemas.openxmlformats.org/officeDocument/2006/relationships/image"/><Relationship Id="rId36" Target="../media/image172.png" Type="http://schemas.openxmlformats.org/officeDocument/2006/relationships/image"/><Relationship Id="rId37" Target="../media/image173.svg" Type="http://schemas.openxmlformats.org/officeDocument/2006/relationships/image"/><Relationship Id="rId38" Target="../media/image174.png" Type="http://schemas.openxmlformats.org/officeDocument/2006/relationships/image"/><Relationship Id="rId39" Target="../media/image175.svg" Type="http://schemas.openxmlformats.org/officeDocument/2006/relationships/image"/><Relationship Id="rId4" Target="../media/image140.png" Type="http://schemas.openxmlformats.org/officeDocument/2006/relationships/image"/><Relationship Id="rId40" Target="../media/image176.png" Type="http://schemas.openxmlformats.org/officeDocument/2006/relationships/image"/><Relationship Id="rId41" Target="../media/image177.svg" Type="http://schemas.openxmlformats.org/officeDocument/2006/relationships/image"/><Relationship Id="rId42" Target="../media/image178.png" Type="http://schemas.openxmlformats.org/officeDocument/2006/relationships/image"/><Relationship Id="rId43" Target="../media/image179.svg" Type="http://schemas.openxmlformats.org/officeDocument/2006/relationships/image"/><Relationship Id="rId44" Target="../media/image180.png" Type="http://schemas.openxmlformats.org/officeDocument/2006/relationships/image"/><Relationship Id="rId45" Target="../media/image181.svg" Type="http://schemas.openxmlformats.org/officeDocument/2006/relationships/image"/><Relationship Id="rId46" Target="../media/image182.png" Type="http://schemas.openxmlformats.org/officeDocument/2006/relationships/image"/><Relationship Id="rId47" Target="../media/image183.svg" Type="http://schemas.openxmlformats.org/officeDocument/2006/relationships/image"/><Relationship Id="rId48" Target="../media/image184.png" Type="http://schemas.openxmlformats.org/officeDocument/2006/relationships/image"/><Relationship Id="rId49" Target="../media/image185.svg" Type="http://schemas.openxmlformats.org/officeDocument/2006/relationships/image"/><Relationship Id="rId5" Target="../media/image141.svg" Type="http://schemas.openxmlformats.org/officeDocument/2006/relationships/image"/><Relationship Id="rId50" Target="../media/image186.png" Type="http://schemas.openxmlformats.org/officeDocument/2006/relationships/image"/><Relationship Id="rId51" Target="../media/image187.svg" Type="http://schemas.openxmlformats.org/officeDocument/2006/relationships/image"/><Relationship Id="rId52" Target="../media/image188.png" Type="http://schemas.openxmlformats.org/officeDocument/2006/relationships/image"/><Relationship Id="rId53" Target="../media/image189.svg" Type="http://schemas.openxmlformats.org/officeDocument/2006/relationships/image"/><Relationship Id="rId54" Target="../media/image190.png" Type="http://schemas.openxmlformats.org/officeDocument/2006/relationships/image"/><Relationship Id="rId55" Target="../media/image191.svg" Type="http://schemas.openxmlformats.org/officeDocument/2006/relationships/image"/><Relationship Id="rId56" Target="../media/image192.png" Type="http://schemas.openxmlformats.org/officeDocument/2006/relationships/image"/><Relationship Id="rId57" Target="../media/image193.svg" Type="http://schemas.openxmlformats.org/officeDocument/2006/relationships/image"/><Relationship Id="rId58" Target="../media/image194.png" Type="http://schemas.openxmlformats.org/officeDocument/2006/relationships/image"/><Relationship Id="rId59" Target="../media/image195.svg" Type="http://schemas.openxmlformats.org/officeDocument/2006/relationships/image"/><Relationship Id="rId6" Target="../media/image142.png" Type="http://schemas.openxmlformats.org/officeDocument/2006/relationships/image"/><Relationship Id="rId60" Target="../media/image196.png" Type="http://schemas.openxmlformats.org/officeDocument/2006/relationships/image"/><Relationship Id="rId61" Target="../media/image197.svg" Type="http://schemas.openxmlformats.org/officeDocument/2006/relationships/image"/><Relationship Id="rId62" Target="../media/image198.png" Type="http://schemas.openxmlformats.org/officeDocument/2006/relationships/image"/><Relationship Id="rId63" Target="../media/image199.svg" Type="http://schemas.openxmlformats.org/officeDocument/2006/relationships/image"/><Relationship Id="rId64" Target="../media/image200.png" Type="http://schemas.openxmlformats.org/officeDocument/2006/relationships/image"/><Relationship Id="rId65" Target="../media/image201.svg" Type="http://schemas.openxmlformats.org/officeDocument/2006/relationships/image"/><Relationship Id="rId66" Target="../media/image202.png" Type="http://schemas.openxmlformats.org/officeDocument/2006/relationships/image"/><Relationship Id="rId67" Target="../media/image203.svg" Type="http://schemas.openxmlformats.org/officeDocument/2006/relationships/image"/><Relationship Id="rId68" Target="../media/image204.png" Type="http://schemas.openxmlformats.org/officeDocument/2006/relationships/image"/><Relationship Id="rId69" Target="../media/image205.svg" Type="http://schemas.openxmlformats.org/officeDocument/2006/relationships/image"/><Relationship Id="rId7" Target="../media/image143.svg" Type="http://schemas.openxmlformats.org/officeDocument/2006/relationships/image"/><Relationship Id="rId70" Target="../media/image206.png" Type="http://schemas.openxmlformats.org/officeDocument/2006/relationships/image"/><Relationship Id="rId71" Target="../media/image207.svg" Type="http://schemas.openxmlformats.org/officeDocument/2006/relationships/image"/><Relationship Id="rId72" Target="../media/image208.png" Type="http://schemas.openxmlformats.org/officeDocument/2006/relationships/image"/><Relationship Id="rId73" Target="../media/image209.svg" Type="http://schemas.openxmlformats.org/officeDocument/2006/relationships/image"/><Relationship Id="rId74" Target="../media/image210.png" Type="http://schemas.openxmlformats.org/officeDocument/2006/relationships/image"/><Relationship Id="rId75" Target="../media/image211.svg" Type="http://schemas.openxmlformats.org/officeDocument/2006/relationships/image"/><Relationship Id="rId76" Target="../media/image212.png" Type="http://schemas.openxmlformats.org/officeDocument/2006/relationships/image"/><Relationship Id="rId77" Target="../media/image213.svg" Type="http://schemas.openxmlformats.org/officeDocument/2006/relationships/image"/><Relationship Id="rId78" Target="../media/image214.png" Type="http://schemas.openxmlformats.org/officeDocument/2006/relationships/image"/><Relationship Id="rId79" Target="../media/image215.svg" Type="http://schemas.openxmlformats.org/officeDocument/2006/relationships/image"/><Relationship Id="rId8" Target="../media/image144.png" Type="http://schemas.openxmlformats.org/officeDocument/2006/relationships/image"/><Relationship Id="rId80" Target="../media/image216.png" Type="http://schemas.openxmlformats.org/officeDocument/2006/relationships/image"/><Relationship Id="rId81" Target="../media/image217.svg" Type="http://schemas.openxmlformats.org/officeDocument/2006/relationships/image"/><Relationship Id="rId82" Target="../media/image218.png" Type="http://schemas.openxmlformats.org/officeDocument/2006/relationships/image"/><Relationship Id="rId83" Target="../media/image219.svg" Type="http://schemas.openxmlformats.org/officeDocument/2006/relationships/image"/><Relationship Id="rId84" Target="../media/image220.png" Type="http://schemas.openxmlformats.org/officeDocument/2006/relationships/image"/><Relationship Id="rId85" Target="../media/image221.svg" Type="http://schemas.openxmlformats.org/officeDocument/2006/relationships/image"/><Relationship Id="rId86" Target="../media/image222.png" Type="http://schemas.openxmlformats.org/officeDocument/2006/relationships/image"/><Relationship Id="rId87" Target="../media/image223.svg" Type="http://schemas.openxmlformats.org/officeDocument/2006/relationships/image"/><Relationship Id="rId88" Target="../media/image224.png" Type="http://schemas.openxmlformats.org/officeDocument/2006/relationships/image"/><Relationship Id="rId89" Target="../media/image225.svg" Type="http://schemas.openxmlformats.org/officeDocument/2006/relationships/image"/><Relationship Id="rId9" Target="../media/image145.svg" Type="http://schemas.openxmlformats.org/officeDocument/2006/relationships/image"/><Relationship Id="rId90" Target="../media/image226.png" Type="http://schemas.openxmlformats.org/officeDocument/2006/relationships/image"/><Relationship Id="rId91" Target="../media/image227.svg" Type="http://schemas.openxmlformats.org/officeDocument/2006/relationships/image"/><Relationship Id="rId92" Target="../media/image228.png" Type="http://schemas.openxmlformats.org/officeDocument/2006/relationships/image"/><Relationship Id="rId93" Target="../media/image229.svg" Type="http://schemas.openxmlformats.org/officeDocument/2006/relationships/image"/><Relationship Id="rId94" Target="../media/image230.png" Type="http://schemas.openxmlformats.org/officeDocument/2006/relationships/image"/><Relationship Id="rId95" Target="../media/image231.svg" Type="http://schemas.openxmlformats.org/officeDocument/2006/relationships/image"/><Relationship Id="rId96" Target="../media/image232.png" Type="http://schemas.openxmlformats.org/officeDocument/2006/relationships/image"/><Relationship Id="rId97" Target="../media/image233.svg" Type="http://schemas.openxmlformats.org/officeDocument/2006/relationships/image"/><Relationship Id="rId98" Target="../media/image234.png" Type="http://schemas.openxmlformats.org/officeDocument/2006/relationships/image"/><Relationship Id="rId99" Target="../media/image23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668"/>
            <a:ext cx="18288000" cy="1070038"/>
            <a:chOff x="0" y="0"/>
            <a:chExt cx="24384000" cy="14267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26718"/>
            </a:xfrm>
            <a:custGeom>
              <a:avLst/>
              <a:gdLst/>
              <a:ahLst/>
              <a:cxnLst/>
              <a:rect r="r" b="b" t="t" l="l"/>
              <a:pathLst>
                <a:path h="142671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663190" y="10082212"/>
            <a:ext cx="15624810" cy="204845"/>
            <a:chOff x="0" y="0"/>
            <a:chExt cx="20833080" cy="2731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833080" cy="273177"/>
            </a:xfrm>
            <a:custGeom>
              <a:avLst/>
              <a:gdLst/>
              <a:ahLst/>
              <a:cxnLst/>
              <a:rect r="r" b="b" t="t" l="l"/>
              <a:pathLst>
                <a:path h="273177" w="20833080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43238" y="10108759"/>
            <a:ext cx="15544724" cy="152705"/>
            <a:chOff x="0" y="0"/>
            <a:chExt cx="20726298" cy="2036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273" cy="203581"/>
            </a:xfrm>
            <a:custGeom>
              <a:avLst/>
              <a:gdLst/>
              <a:ahLst/>
              <a:cxnLst/>
              <a:rect r="r" b="b" t="t" l="l"/>
              <a:pathLst>
                <a:path h="203581" w="20726273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35745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02009" y="10002231"/>
            <a:ext cx="2254501" cy="32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-15240" y="7567612"/>
            <a:ext cx="18303240" cy="2514600"/>
            <a:chOff x="0" y="0"/>
            <a:chExt cx="24404320" cy="3352800"/>
          </a:xfrm>
        </p:grpSpPr>
        <p:sp>
          <p:nvSpPr>
            <p:cNvPr name="Freeform 10" id="10" descr="A building with trees in the background  Description automatically generated"/>
            <p:cNvSpPr/>
            <p:nvPr/>
          </p:nvSpPr>
          <p:spPr>
            <a:xfrm flipH="false" flipV="false" rot="0">
              <a:off x="0" y="0"/>
              <a:ext cx="24404320" cy="3352800"/>
            </a:xfrm>
            <a:custGeom>
              <a:avLst/>
              <a:gdLst/>
              <a:ahLst/>
              <a:cxnLst/>
              <a:rect r="r" b="b" t="t" l="l"/>
              <a:pathLst>
                <a:path h="3352800" w="24404320">
                  <a:moveTo>
                    <a:pt x="0" y="0"/>
                  </a:moveTo>
                  <a:lnTo>
                    <a:pt x="24404320" y="0"/>
                  </a:lnTo>
                  <a:lnTo>
                    <a:pt x="24404320" y="3352800"/>
                  </a:lnTo>
                  <a:lnTo>
                    <a:pt x="0" y="335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633" r="0" b="-16633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910012" y="74790"/>
            <a:ext cx="10452725" cy="897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BỘ CÔNG THƯƠNG</a:t>
            </a:r>
          </a:p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TRƯỜNG ĐẠI HỌC CÔNG THƯƠNG THÀNH PHỐ HỒ CHÍ MINH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34200" y="27089"/>
            <a:ext cx="999001" cy="999001"/>
            <a:chOff x="0" y="0"/>
            <a:chExt cx="1332001" cy="1332001"/>
          </a:xfrm>
        </p:grpSpPr>
        <p:sp>
          <p:nvSpPr>
            <p:cNvPr name="Freeform 13" id="13" descr="A white circle with blue and red text and a book with a graduation cap  Description automatically generated"/>
            <p:cNvSpPr/>
            <p:nvPr/>
          </p:nvSpPr>
          <p:spPr>
            <a:xfrm flipH="false" flipV="false" rot="0">
              <a:off x="0" y="0"/>
              <a:ext cx="1331976" cy="1331976"/>
            </a:xfrm>
            <a:custGeom>
              <a:avLst/>
              <a:gdLst/>
              <a:ahLst/>
              <a:cxnLst/>
              <a:rect r="r" b="b" t="t" l="l"/>
              <a:pathLst>
                <a:path h="1331976" w="1331976">
                  <a:moveTo>
                    <a:pt x="0" y="0"/>
                  </a:moveTo>
                  <a:lnTo>
                    <a:pt x="1331976" y="0"/>
                  </a:lnTo>
                  <a:lnTo>
                    <a:pt x="1331976" y="1331976"/>
                  </a:lnTo>
                  <a:lnTo>
                    <a:pt x="0" y="1331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0" y="2267344"/>
            <a:ext cx="18272750" cy="221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true">
                <a:solidFill>
                  <a:srgbClr val="ED1C24"/>
                </a:solidFill>
                <a:latin typeface="Arimo Bold"/>
                <a:ea typeface="Arimo Bold"/>
                <a:cs typeface="Arimo Bold"/>
                <a:sym typeface="Arimo Bold"/>
              </a:rPr>
              <a:t>Máy lấy số / gọi nhân viên hỗ trợ thông minh 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04311" y="4805362"/>
            <a:ext cx="652016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Giảng viên: Võ Hoàng Hải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668"/>
            <a:ext cx="18288000" cy="1070038"/>
            <a:chOff x="0" y="0"/>
            <a:chExt cx="24384000" cy="14267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26718"/>
            </a:xfrm>
            <a:custGeom>
              <a:avLst/>
              <a:gdLst/>
              <a:ahLst/>
              <a:cxnLst/>
              <a:rect r="r" b="b" t="t" l="l"/>
              <a:pathLst>
                <a:path h="142671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7926" y="3334"/>
            <a:ext cx="4935598" cy="1027605"/>
            <a:chOff x="0" y="0"/>
            <a:chExt cx="6580797" cy="1370140"/>
          </a:xfrm>
        </p:grpSpPr>
        <p:sp>
          <p:nvSpPr>
            <p:cNvPr name="Freeform 5" id="5" descr="A black background with white text  Description automatically generated"/>
            <p:cNvSpPr/>
            <p:nvPr/>
          </p:nvSpPr>
          <p:spPr>
            <a:xfrm flipH="false" flipV="false" rot="0">
              <a:off x="0" y="0"/>
              <a:ext cx="6580759" cy="1370203"/>
            </a:xfrm>
            <a:custGeom>
              <a:avLst/>
              <a:gdLst/>
              <a:ahLst/>
              <a:cxnLst/>
              <a:rect r="r" b="b" t="t" l="l"/>
              <a:pathLst>
                <a:path h="1370203" w="6580759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1" t="0" r="-192" b="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63190" y="10082212"/>
            <a:ext cx="15624810" cy="204845"/>
            <a:chOff x="0" y="0"/>
            <a:chExt cx="20833080" cy="2731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833080" cy="273177"/>
            </a:xfrm>
            <a:custGeom>
              <a:avLst/>
              <a:gdLst/>
              <a:ahLst/>
              <a:cxnLst/>
              <a:rect r="r" b="b" t="t" l="l"/>
              <a:pathLst>
                <a:path h="273177" w="20833080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743238" y="10108759"/>
            <a:ext cx="15544724" cy="152705"/>
            <a:chOff x="0" y="0"/>
            <a:chExt cx="20726298" cy="2036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726273" cy="203581"/>
            </a:xfrm>
            <a:custGeom>
              <a:avLst/>
              <a:gdLst/>
              <a:ahLst/>
              <a:cxnLst/>
              <a:rect r="r" b="b" t="t" l="l"/>
              <a:pathLst>
                <a:path h="203581" w="20726273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35745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02009" y="10002231"/>
            <a:ext cx="2254501" cy="32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2896" y="2364852"/>
            <a:ext cx="12068948" cy="4727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72"/>
              </a:lnSpc>
            </a:pPr>
          </a:p>
          <a:p>
            <a:pPr algn="l" marL="875529" indent="-437765" lvl="1">
              <a:lnSpc>
                <a:spcPts val="7261"/>
              </a:lnSpc>
              <a:buAutoNum type="arabicPeriod" startAt="1"/>
            </a:pPr>
            <a:r>
              <a:rPr lang="en-US" b="true" sz="484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484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Nguyễn Xuân Nhân - 2001230602</a:t>
            </a:r>
          </a:p>
          <a:p>
            <a:pPr algn="l" marL="875529" indent="-437765" lvl="1">
              <a:lnSpc>
                <a:spcPts val="7261"/>
              </a:lnSpc>
              <a:buAutoNum type="arabicPeriod" startAt="1"/>
            </a:pPr>
            <a:r>
              <a:rPr lang="en-US" sz="484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Nguyễn Duy Phát - 2001230644</a:t>
            </a:r>
          </a:p>
          <a:p>
            <a:pPr algn="l" marL="875529" indent="-437765" lvl="1">
              <a:lnSpc>
                <a:spcPts val="7261"/>
              </a:lnSpc>
              <a:buAutoNum type="arabicPeriod" startAt="1"/>
            </a:pPr>
            <a:r>
              <a:rPr lang="en-US" sz="484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Cao Quốc Phú - 2001230674</a:t>
            </a:r>
          </a:p>
          <a:p>
            <a:pPr algn="l" marL="876144" indent="-438072" lvl="1">
              <a:lnSpc>
                <a:spcPts val="7261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310290" y="1180129"/>
            <a:ext cx="13667421" cy="95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6000" b="true">
                <a:solidFill>
                  <a:srgbClr val="77B8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Thành viên nhóm thực hiện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7626" y="640054"/>
            <a:ext cx="17612749" cy="9907171"/>
          </a:xfrm>
          <a:custGeom>
            <a:avLst/>
            <a:gdLst/>
            <a:ahLst/>
            <a:cxnLst/>
            <a:rect r="r" b="b" t="t" l="l"/>
            <a:pathLst>
              <a:path h="9907171" w="17612749">
                <a:moveTo>
                  <a:pt x="0" y="0"/>
                </a:moveTo>
                <a:lnTo>
                  <a:pt x="17612748" y="0"/>
                </a:lnTo>
                <a:lnTo>
                  <a:pt x="17612748" y="9907171"/>
                </a:lnTo>
                <a:lnTo>
                  <a:pt x="0" y="99071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2668"/>
            <a:ext cx="18288000" cy="1070038"/>
            <a:chOff x="0" y="0"/>
            <a:chExt cx="24384000" cy="14267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426718"/>
            </a:xfrm>
            <a:custGeom>
              <a:avLst/>
              <a:gdLst/>
              <a:ahLst/>
              <a:cxnLst/>
              <a:rect r="r" b="b" t="t" l="l"/>
              <a:pathLst>
                <a:path h="142671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477926" y="3334"/>
            <a:ext cx="4935598" cy="1027605"/>
            <a:chOff x="0" y="0"/>
            <a:chExt cx="6580797" cy="1370140"/>
          </a:xfrm>
        </p:grpSpPr>
        <p:sp>
          <p:nvSpPr>
            <p:cNvPr name="Freeform 6" id="6" descr="A black background with white text  Description automatically generated"/>
            <p:cNvSpPr/>
            <p:nvPr/>
          </p:nvSpPr>
          <p:spPr>
            <a:xfrm flipH="false" flipV="false" rot="0">
              <a:off x="0" y="0"/>
              <a:ext cx="6580759" cy="1370203"/>
            </a:xfrm>
            <a:custGeom>
              <a:avLst/>
              <a:gdLst/>
              <a:ahLst/>
              <a:cxnLst/>
              <a:rect r="r" b="b" t="t" l="l"/>
              <a:pathLst>
                <a:path h="1370203" w="6580759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1" t="0" r="-192" b="4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663190" y="10082212"/>
            <a:ext cx="15624810" cy="204845"/>
            <a:chOff x="0" y="0"/>
            <a:chExt cx="20833080" cy="27312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833080" cy="273177"/>
            </a:xfrm>
            <a:custGeom>
              <a:avLst/>
              <a:gdLst/>
              <a:ahLst/>
              <a:cxnLst/>
              <a:rect r="r" b="b" t="t" l="l"/>
              <a:pathLst>
                <a:path h="273177" w="20833080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2743238" y="10108759"/>
            <a:ext cx="15544724" cy="152705"/>
            <a:chOff x="0" y="0"/>
            <a:chExt cx="20726298" cy="2036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726273" cy="203581"/>
            </a:xfrm>
            <a:custGeom>
              <a:avLst/>
              <a:gdLst/>
              <a:ahLst/>
              <a:cxnLst/>
              <a:rect r="r" b="b" t="t" l="l"/>
              <a:pathLst>
                <a:path h="203581" w="20726273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35745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02009" y="10002231"/>
            <a:ext cx="2254501" cy="32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-4277200" y="981075"/>
            <a:ext cx="13667421" cy="958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6000" b="true">
                <a:solidFill>
                  <a:srgbClr val="77B8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Bài toán xử lý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668"/>
            <a:ext cx="18288000" cy="1070038"/>
            <a:chOff x="0" y="0"/>
            <a:chExt cx="24384000" cy="14267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26718"/>
            </a:xfrm>
            <a:custGeom>
              <a:avLst/>
              <a:gdLst/>
              <a:ahLst/>
              <a:cxnLst/>
              <a:rect r="r" b="b" t="t" l="l"/>
              <a:pathLst>
                <a:path h="142671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663190" y="10082212"/>
            <a:ext cx="15624810" cy="204845"/>
            <a:chOff x="0" y="0"/>
            <a:chExt cx="20833080" cy="2731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833080" cy="273177"/>
            </a:xfrm>
            <a:custGeom>
              <a:avLst/>
              <a:gdLst/>
              <a:ahLst/>
              <a:cxnLst/>
              <a:rect r="r" b="b" t="t" l="l"/>
              <a:pathLst>
                <a:path h="273177" w="20833080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43238" y="10108759"/>
            <a:ext cx="15544724" cy="152705"/>
            <a:chOff x="0" y="0"/>
            <a:chExt cx="20726298" cy="2036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273" cy="203581"/>
            </a:xfrm>
            <a:custGeom>
              <a:avLst/>
              <a:gdLst/>
              <a:ahLst/>
              <a:cxnLst/>
              <a:rect r="r" b="b" t="t" l="l"/>
              <a:pathLst>
                <a:path h="203581" w="20726273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3574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77926" y="3334"/>
            <a:ext cx="4935598" cy="1027605"/>
            <a:chOff x="0" y="0"/>
            <a:chExt cx="6580797" cy="1370140"/>
          </a:xfrm>
        </p:grpSpPr>
        <p:sp>
          <p:nvSpPr>
            <p:cNvPr name="Freeform 9" id="9" descr="A black background with white text  Description automatically generated"/>
            <p:cNvSpPr/>
            <p:nvPr/>
          </p:nvSpPr>
          <p:spPr>
            <a:xfrm flipH="false" flipV="false" rot="0">
              <a:off x="0" y="0"/>
              <a:ext cx="6580759" cy="1370203"/>
            </a:xfrm>
            <a:custGeom>
              <a:avLst/>
              <a:gdLst/>
              <a:ahLst/>
              <a:cxnLst/>
              <a:rect r="r" b="b" t="t" l="l"/>
              <a:pathLst>
                <a:path h="1370203" w="6580759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1" t="0" r="-192" b="4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905400" y="1057370"/>
            <a:ext cx="16382600" cy="8907864"/>
          </a:xfrm>
          <a:custGeom>
            <a:avLst/>
            <a:gdLst/>
            <a:ahLst/>
            <a:cxnLst/>
            <a:rect r="r" b="b" t="t" l="l"/>
            <a:pathLst>
              <a:path h="8907864" w="16382600">
                <a:moveTo>
                  <a:pt x="0" y="0"/>
                </a:moveTo>
                <a:lnTo>
                  <a:pt x="16382600" y="0"/>
                </a:lnTo>
                <a:lnTo>
                  <a:pt x="16382600" y="8907864"/>
                </a:lnTo>
                <a:lnTo>
                  <a:pt x="0" y="89078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81" t="-3533" r="-1940" b="-4507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2009" y="10002231"/>
            <a:ext cx="2254501" cy="32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981075"/>
            <a:ext cx="1905400" cy="4235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6000" b="true">
                <a:solidFill>
                  <a:srgbClr val="77B8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Mục tiêu &amp; phạm vi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668"/>
            <a:ext cx="18288000" cy="1043607"/>
            <a:chOff x="0" y="0"/>
            <a:chExt cx="24384000" cy="13914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91475"/>
            </a:xfrm>
            <a:custGeom>
              <a:avLst/>
              <a:gdLst/>
              <a:ahLst/>
              <a:cxnLst/>
              <a:rect r="r" b="b" t="t" l="l"/>
              <a:pathLst>
                <a:path h="1391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91475"/>
                  </a:lnTo>
                  <a:lnTo>
                    <a:pt x="0" y="1391475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663190" y="10082212"/>
            <a:ext cx="15624810" cy="204845"/>
            <a:chOff x="0" y="0"/>
            <a:chExt cx="20833080" cy="2731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833080" cy="273177"/>
            </a:xfrm>
            <a:custGeom>
              <a:avLst/>
              <a:gdLst/>
              <a:ahLst/>
              <a:cxnLst/>
              <a:rect r="r" b="b" t="t" l="l"/>
              <a:pathLst>
                <a:path h="273177" w="20833080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43238" y="10108759"/>
            <a:ext cx="15544724" cy="152705"/>
            <a:chOff x="0" y="0"/>
            <a:chExt cx="20726298" cy="2036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273" cy="203581"/>
            </a:xfrm>
            <a:custGeom>
              <a:avLst/>
              <a:gdLst/>
              <a:ahLst/>
              <a:cxnLst/>
              <a:rect r="r" b="b" t="t" l="l"/>
              <a:pathLst>
                <a:path h="203581" w="20726273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3574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77926" y="3334"/>
            <a:ext cx="4935598" cy="1027605"/>
            <a:chOff x="0" y="0"/>
            <a:chExt cx="6580797" cy="1370140"/>
          </a:xfrm>
        </p:grpSpPr>
        <p:sp>
          <p:nvSpPr>
            <p:cNvPr name="Freeform 9" id="9" descr="A black background with white text  Description automatically generated"/>
            <p:cNvSpPr/>
            <p:nvPr/>
          </p:nvSpPr>
          <p:spPr>
            <a:xfrm flipH="false" flipV="false" rot="0">
              <a:off x="0" y="0"/>
              <a:ext cx="6580759" cy="1370203"/>
            </a:xfrm>
            <a:custGeom>
              <a:avLst/>
              <a:gdLst/>
              <a:ahLst/>
              <a:cxnLst/>
              <a:rect r="r" b="b" t="t" l="l"/>
              <a:pathLst>
                <a:path h="1370203" w="6580759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1" t="0" r="-192" b="4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164413" y="1667069"/>
            <a:ext cx="16306581" cy="8373262"/>
          </a:xfrm>
          <a:custGeom>
            <a:avLst/>
            <a:gdLst/>
            <a:ahLst/>
            <a:cxnLst/>
            <a:rect r="r" b="b" t="t" l="l"/>
            <a:pathLst>
              <a:path h="8373262" w="16306581">
                <a:moveTo>
                  <a:pt x="0" y="0"/>
                </a:moveTo>
                <a:lnTo>
                  <a:pt x="16306581" y="0"/>
                </a:lnTo>
                <a:lnTo>
                  <a:pt x="16306581" y="8373262"/>
                </a:lnTo>
                <a:lnTo>
                  <a:pt x="0" y="83732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06" t="-2623" r="-1077" b="-10079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2009" y="10002231"/>
            <a:ext cx="2254501" cy="32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69267" y="971550"/>
            <a:ext cx="13902407" cy="861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4"/>
              </a:lnSpc>
            </a:pPr>
            <a:r>
              <a:rPr lang="en-US" sz="5300" b="true">
                <a:solidFill>
                  <a:srgbClr val="77B8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KIẾN TRÚC HỆ THỐNG IoT 4 TẦNG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981494"/>
            <a:ext cx="16690718" cy="9127265"/>
          </a:xfrm>
          <a:custGeom>
            <a:avLst/>
            <a:gdLst/>
            <a:ahLst/>
            <a:cxnLst/>
            <a:rect r="r" b="b" t="t" l="l"/>
            <a:pathLst>
              <a:path h="9127265" w="16690718">
                <a:moveTo>
                  <a:pt x="0" y="0"/>
                </a:moveTo>
                <a:lnTo>
                  <a:pt x="16690718" y="0"/>
                </a:lnTo>
                <a:lnTo>
                  <a:pt x="16690718" y="9127265"/>
                </a:lnTo>
                <a:lnTo>
                  <a:pt x="0" y="91272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07" t="0" r="0" b="-461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12668"/>
            <a:ext cx="18288000" cy="1070038"/>
            <a:chOff x="0" y="0"/>
            <a:chExt cx="24384000" cy="14267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426718"/>
            </a:xfrm>
            <a:custGeom>
              <a:avLst/>
              <a:gdLst/>
              <a:ahLst/>
              <a:cxnLst/>
              <a:rect r="r" b="b" t="t" l="l"/>
              <a:pathLst>
                <a:path h="142671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663190" y="10082212"/>
            <a:ext cx="15624810" cy="204845"/>
            <a:chOff x="0" y="0"/>
            <a:chExt cx="20833080" cy="2731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833080" cy="273177"/>
            </a:xfrm>
            <a:custGeom>
              <a:avLst/>
              <a:gdLst/>
              <a:ahLst/>
              <a:cxnLst/>
              <a:rect r="r" b="b" t="t" l="l"/>
              <a:pathLst>
                <a:path h="273177" w="20833080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2743238" y="10108759"/>
            <a:ext cx="15544724" cy="152705"/>
            <a:chOff x="0" y="0"/>
            <a:chExt cx="20726298" cy="2036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273" cy="203581"/>
            </a:xfrm>
            <a:custGeom>
              <a:avLst/>
              <a:gdLst/>
              <a:ahLst/>
              <a:cxnLst/>
              <a:rect r="r" b="b" t="t" l="l"/>
              <a:pathLst>
                <a:path h="203581" w="20726273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3574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77926" y="3334"/>
            <a:ext cx="4935598" cy="1027605"/>
            <a:chOff x="0" y="0"/>
            <a:chExt cx="6580797" cy="1370140"/>
          </a:xfrm>
        </p:grpSpPr>
        <p:sp>
          <p:nvSpPr>
            <p:cNvPr name="Freeform 10" id="10" descr="A black background with white text  Description automatically generated"/>
            <p:cNvSpPr/>
            <p:nvPr/>
          </p:nvSpPr>
          <p:spPr>
            <a:xfrm flipH="false" flipV="false" rot="0">
              <a:off x="0" y="0"/>
              <a:ext cx="6580759" cy="1370203"/>
            </a:xfrm>
            <a:custGeom>
              <a:avLst/>
              <a:gdLst/>
              <a:ahLst/>
              <a:cxnLst/>
              <a:rect r="r" b="b" t="t" l="l"/>
              <a:pathLst>
                <a:path h="1370203" w="6580759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91" t="0" r="-192" b="4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02009" y="10002231"/>
            <a:ext cx="2254501" cy="32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92796" y="924344"/>
            <a:ext cx="13902407" cy="861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4"/>
              </a:lnSpc>
            </a:pPr>
            <a:r>
              <a:rPr lang="en-US" sz="5300" b="true">
                <a:solidFill>
                  <a:srgbClr val="77B8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Thiết bị &amp; cơ chế hoạt động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668"/>
            <a:ext cx="18288000" cy="1070038"/>
            <a:chOff x="0" y="0"/>
            <a:chExt cx="24384000" cy="14267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26718"/>
            </a:xfrm>
            <a:custGeom>
              <a:avLst/>
              <a:gdLst/>
              <a:ahLst/>
              <a:cxnLst/>
              <a:rect r="r" b="b" t="t" l="l"/>
              <a:pathLst>
                <a:path h="142671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663190" y="10082212"/>
            <a:ext cx="15624810" cy="204845"/>
            <a:chOff x="0" y="0"/>
            <a:chExt cx="20833080" cy="2731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833080" cy="273177"/>
            </a:xfrm>
            <a:custGeom>
              <a:avLst/>
              <a:gdLst/>
              <a:ahLst/>
              <a:cxnLst/>
              <a:rect r="r" b="b" t="t" l="l"/>
              <a:pathLst>
                <a:path h="273177" w="20833080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43238" y="10108759"/>
            <a:ext cx="15544724" cy="152705"/>
            <a:chOff x="0" y="0"/>
            <a:chExt cx="20726298" cy="2036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273" cy="203581"/>
            </a:xfrm>
            <a:custGeom>
              <a:avLst/>
              <a:gdLst/>
              <a:ahLst/>
              <a:cxnLst/>
              <a:rect r="r" b="b" t="t" l="l"/>
              <a:pathLst>
                <a:path h="203581" w="20726273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3574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77926" y="3334"/>
            <a:ext cx="4935598" cy="1027605"/>
            <a:chOff x="0" y="0"/>
            <a:chExt cx="6580797" cy="1370140"/>
          </a:xfrm>
        </p:grpSpPr>
        <p:sp>
          <p:nvSpPr>
            <p:cNvPr name="Freeform 9" id="9" descr="A black background with white text  Description automatically generated"/>
            <p:cNvSpPr/>
            <p:nvPr/>
          </p:nvSpPr>
          <p:spPr>
            <a:xfrm flipH="false" flipV="false" rot="0">
              <a:off x="0" y="0"/>
              <a:ext cx="6580759" cy="1370203"/>
            </a:xfrm>
            <a:custGeom>
              <a:avLst/>
              <a:gdLst/>
              <a:ahLst/>
              <a:cxnLst/>
              <a:rect r="r" b="b" t="t" l="l"/>
              <a:pathLst>
                <a:path h="1370203" w="6580759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1" t="0" r="-192" b="4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714219" y="1691042"/>
            <a:ext cx="16859562" cy="8217714"/>
          </a:xfrm>
          <a:custGeom>
            <a:avLst/>
            <a:gdLst/>
            <a:ahLst/>
            <a:cxnLst/>
            <a:rect r="r" b="b" t="t" l="l"/>
            <a:pathLst>
              <a:path h="8217714" w="16859562">
                <a:moveTo>
                  <a:pt x="0" y="0"/>
                </a:moveTo>
                <a:lnTo>
                  <a:pt x="16859562" y="0"/>
                </a:lnTo>
                <a:lnTo>
                  <a:pt x="16859562" y="8217713"/>
                </a:lnTo>
                <a:lnTo>
                  <a:pt x="0" y="82177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41" t="-13367" r="-1320" b="-4877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2009" y="10002231"/>
            <a:ext cx="2254501" cy="32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92796" y="924344"/>
            <a:ext cx="13902407" cy="861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4"/>
              </a:lnSpc>
            </a:pPr>
            <a:r>
              <a:rPr lang="en-US" sz="5300" b="true">
                <a:solidFill>
                  <a:srgbClr val="77B8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Luồng dữ liệu toàn hệ thống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668"/>
            <a:ext cx="18288000" cy="1070038"/>
            <a:chOff x="0" y="0"/>
            <a:chExt cx="24384000" cy="14267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26718"/>
            </a:xfrm>
            <a:custGeom>
              <a:avLst/>
              <a:gdLst/>
              <a:ahLst/>
              <a:cxnLst/>
              <a:rect r="r" b="b" t="t" l="l"/>
              <a:pathLst>
                <a:path h="142671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663190" y="10082212"/>
            <a:ext cx="15624810" cy="204845"/>
            <a:chOff x="0" y="0"/>
            <a:chExt cx="20833080" cy="2731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833080" cy="273177"/>
            </a:xfrm>
            <a:custGeom>
              <a:avLst/>
              <a:gdLst/>
              <a:ahLst/>
              <a:cxnLst/>
              <a:rect r="r" b="b" t="t" l="l"/>
              <a:pathLst>
                <a:path h="273177" w="20833080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43238" y="10108759"/>
            <a:ext cx="15544724" cy="152705"/>
            <a:chOff x="0" y="0"/>
            <a:chExt cx="20726298" cy="2036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273" cy="203581"/>
            </a:xfrm>
            <a:custGeom>
              <a:avLst/>
              <a:gdLst/>
              <a:ahLst/>
              <a:cxnLst/>
              <a:rect r="r" b="b" t="t" l="l"/>
              <a:pathLst>
                <a:path h="203581" w="20726273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3574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77926" y="3334"/>
            <a:ext cx="4935598" cy="1027605"/>
            <a:chOff x="0" y="0"/>
            <a:chExt cx="6580797" cy="1370140"/>
          </a:xfrm>
        </p:grpSpPr>
        <p:sp>
          <p:nvSpPr>
            <p:cNvPr name="Freeform 9" id="9" descr="A black background with white text  Description automatically generated"/>
            <p:cNvSpPr/>
            <p:nvPr/>
          </p:nvSpPr>
          <p:spPr>
            <a:xfrm flipH="false" flipV="false" rot="0">
              <a:off x="0" y="0"/>
              <a:ext cx="6580759" cy="1370203"/>
            </a:xfrm>
            <a:custGeom>
              <a:avLst/>
              <a:gdLst/>
              <a:ahLst/>
              <a:cxnLst/>
              <a:rect r="r" b="b" t="t" l="l"/>
              <a:pathLst>
                <a:path h="1370203" w="6580759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1" t="0" r="-192" b="4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302009" y="1956396"/>
            <a:ext cx="17804842" cy="7913772"/>
          </a:xfrm>
          <a:custGeom>
            <a:avLst/>
            <a:gdLst/>
            <a:ahLst/>
            <a:cxnLst/>
            <a:rect r="r" b="b" t="t" l="l"/>
            <a:pathLst>
              <a:path h="7913772" w="17804842">
                <a:moveTo>
                  <a:pt x="0" y="0"/>
                </a:moveTo>
                <a:lnTo>
                  <a:pt x="17804842" y="0"/>
                </a:lnTo>
                <a:lnTo>
                  <a:pt x="17804842" y="7913772"/>
                </a:lnTo>
                <a:lnTo>
                  <a:pt x="0" y="79137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8" t="-14575" r="-978" b="-1387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2009" y="10002231"/>
            <a:ext cx="2254501" cy="32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92796" y="924344"/>
            <a:ext cx="13902407" cy="861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4"/>
              </a:lnSpc>
            </a:pPr>
            <a:r>
              <a:rPr lang="en-US" sz="5300" b="true">
                <a:solidFill>
                  <a:srgbClr val="77B8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Vòng đời Ticket và thời gian phản hồi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668"/>
            <a:ext cx="18288000" cy="1070038"/>
            <a:chOff x="0" y="0"/>
            <a:chExt cx="24384000" cy="14267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26718"/>
            </a:xfrm>
            <a:custGeom>
              <a:avLst/>
              <a:gdLst/>
              <a:ahLst/>
              <a:cxnLst/>
              <a:rect r="r" b="b" t="t" l="l"/>
              <a:pathLst>
                <a:path h="142671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663190" y="10082212"/>
            <a:ext cx="15624810" cy="204845"/>
            <a:chOff x="0" y="0"/>
            <a:chExt cx="20833080" cy="2731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833080" cy="273177"/>
            </a:xfrm>
            <a:custGeom>
              <a:avLst/>
              <a:gdLst/>
              <a:ahLst/>
              <a:cxnLst/>
              <a:rect r="r" b="b" t="t" l="l"/>
              <a:pathLst>
                <a:path h="273177" w="20833080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43238" y="10108759"/>
            <a:ext cx="15544724" cy="152705"/>
            <a:chOff x="0" y="0"/>
            <a:chExt cx="20726298" cy="2036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273" cy="203581"/>
            </a:xfrm>
            <a:custGeom>
              <a:avLst/>
              <a:gdLst/>
              <a:ahLst/>
              <a:cxnLst/>
              <a:rect r="r" b="b" t="t" l="l"/>
              <a:pathLst>
                <a:path h="203581" w="20726273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3574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77926" y="3334"/>
            <a:ext cx="4935598" cy="1027605"/>
            <a:chOff x="0" y="0"/>
            <a:chExt cx="6580797" cy="1370140"/>
          </a:xfrm>
        </p:grpSpPr>
        <p:sp>
          <p:nvSpPr>
            <p:cNvPr name="Freeform 9" id="9" descr="A black background with white text  Description automatically generated"/>
            <p:cNvSpPr/>
            <p:nvPr/>
          </p:nvSpPr>
          <p:spPr>
            <a:xfrm flipH="false" flipV="false" rot="0">
              <a:off x="0" y="0"/>
              <a:ext cx="6580759" cy="1370203"/>
            </a:xfrm>
            <a:custGeom>
              <a:avLst/>
              <a:gdLst/>
              <a:ahLst/>
              <a:cxnLst/>
              <a:rect r="r" b="b" t="t" l="l"/>
              <a:pathLst>
                <a:path h="1370203" w="6580759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1" t="0" r="-192" b="4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6760684" y="2002839"/>
            <a:ext cx="11014839" cy="7343226"/>
          </a:xfrm>
          <a:custGeom>
            <a:avLst/>
            <a:gdLst/>
            <a:ahLst/>
            <a:cxnLst/>
            <a:rect r="r" b="b" t="t" l="l"/>
            <a:pathLst>
              <a:path h="7343226" w="11014839">
                <a:moveTo>
                  <a:pt x="0" y="0"/>
                </a:moveTo>
                <a:lnTo>
                  <a:pt x="11014840" y="0"/>
                </a:lnTo>
                <a:lnTo>
                  <a:pt x="11014840" y="7343226"/>
                </a:lnTo>
                <a:lnTo>
                  <a:pt x="0" y="73432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2009" y="10002231"/>
            <a:ext cx="2254501" cy="32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19896" y="973788"/>
            <a:ext cx="6248208" cy="861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4"/>
              </a:lnSpc>
            </a:pPr>
            <a:r>
              <a:rPr lang="en-US" sz="5300" b="true">
                <a:solidFill>
                  <a:srgbClr val="77B8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GIÁM SÁT REALTIME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2009" y="1993314"/>
            <a:ext cx="6057031" cy="1324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7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Theo dõi hàng đợi, trạng thái Ticket và thời gian phản hồi theo thời gian thực.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005" y="3379865"/>
            <a:ext cx="6359040" cy="2753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42" indent="-280671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Theo dõi Ticket: PENDING / ACKNOWLEDGED / RESOLVED / ESCALATED</a:t>
            </a:r>
          </a:p>
          <a:p>
            <a:pPr algn="just" marL="561342" indent="-280671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Theo dõi vị trí: hiển thị quầy/khu vực phát sinh yêu cầu</a:t>
            </a:r>
          </a:p>
          <a:p>
            <a:pPr algn="just" marL="561342" indent="-280671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Cảnh báo quá thời gian: gửi thông báo khi Ticket chờ vượt ngưỡng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60684" y="9336540"/>
            <a:ext cx="11014839" cy="380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Ả</a:t>
            </a: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 minh họa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668"/>
            <a:ext cx="18288000" cy="1070038"/>
            <a:chOff x="0" y="0"/>
            <a:chExt cx="24384000" cy="14267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26718"/>
            </a:xfrm>
            <a:custGeom>
              <a:avLst/>
              <a:gdLst/>
              <a:ahLst/>
              <a:cxnLst/>
              <a:rect r="r" b="b" t="t" l="l"/>
              <a:pathLst>
                <a:path h="142671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663190" y="10082212"/>
            <a:ext cx="15624810" cy="204845"/>
            <a:chOff x="0" y="0"/>
            <a:chExt cx="20833080" cy="2731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833080" cy="273177"/>
            </a:xfrm>
            <a:custGeom>
              <a:avLst/>
              <a:gdLst/>
              <a:ahLst/>
              <a:cxnLst/>
              <a:rect r="r" b="b" t="t" l="l"/>
              <a:pathLst>
                <a:path h="273177" w="20833080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43238" y="10108759"/>
            <a:ext cx="15544724" cy="152705"/>
            <a:chOff x="0" y="0"/>
            <a:chExt cx="20726298" cy="2036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273" cy="203581"/>
            </a:xfrm>
            <a:custGeom>
              <a:avLst/>
              <a:gdLst/>
              <a:ahLst/>
              <a:cxnLst/>
              <a:rect r="r" b="b" t="t" l="l"/>
              <a:pathLst>
                <a:path h="203581" w="20726273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3574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77926" y="3334"/>
            <a:ext cx="4935598" cy="1027605"/>
            <a:chOff x="0" y="0"/>
            <a:chExt cx="6580797" cy="1370140"/>
          </a:xfrm>
        </p:grpSpPr>
        <p:sp>
          <p:nvSpPr>
            <p:cNvPr name="Freeform 9" id="9" descr="A black background with white text  Description automatically generated"/>
            <p:cNvSpPr/>
            <p:nvPr/>
          </p:nvSpPr>
          <p:spPr>
            <a:xfrm flipH="false" flipV="false" rot="0">
              <a:off x="0" y="0"/>
              <a:ext cx="6580759" cy="1370203"/>
            </a:xfrm>
            <a:custGeom>
              <a:avLst/>
              <a:gdLst/>
              <a:ahLst/>
              <a:cxnLst/>
              <a:rect r="r" b="b" t="t" l="l"/>
              <a:pathLst>
                <a:path h="1370203" w="6580759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1" t="0" r="-192" b="4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331768" y="2324998"/>
            <a:ext cx="15624465" cy="5637005"/>
          </a:xfrm>
          <a:custGeom>
            <a:avLst/>
            <a:gdLst/>
            <a:ahLst/>
            <a:cxnLst/>
            <a:rect r="r" b="b" t="t" l="l"/>
            <a:pathLst>
              <a:path h="5637005" w="15624465">
                <a:moveTo>
                  <a:pt x="0" y="0"/>
                </a:moveTo>
                <a:lnTo>
                  <a:pt x="15624464" y="0"/>
                </a:lnTo>
                <a:lnTo>
                  <a:pt x="15624464" y="5637004"/>
                </a:lnTo>
                <a:lnTo>
                  <a:pt x="0" y="56370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07" t="-22098" r="-1381" b="-3769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2009" y="10002231"/>
            <a:ext cx="2254501" cy="32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93854" y="1231665"/>
            <a:ext cx="11500291" cy="861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4"/>
              </a:lnSpc>
            </a:pPr>
            <a:r>
              <a:rPr lang="en-US" sz="5300" b="true">
                <a:solidFill>
                  <a:srgbClr val="77B8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Kịch bản mô phỏng và Demo nghiệm thu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668"/>
            <a:ext cx="18288000" cy="1070038"/>
            <a:chOff x="0" y="0"/>
            <a:chExt cx="24384000" cy="14267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26718"/>
            </a:xfrm>
            <a:custGeom>
              <a:avLst/>
              <a:gdLst/>
              <a:ahLst/>
              <a:cxnLst/>
              <a:rect r="r" b="b" t="t" l="l"/>
              <a:pathLst>
                <a:path h="142671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663190" y="10082212"/>
            <a:ext cx="15624810" cy="204845"/>
            <a:chOff x="0" y="0"/>
            <a:chExt cx="20833080" cy="2731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833080" cy="273177"/>
            </a:xfrm>
            <a:custGeom>
              <a:avLst/>
              <a:gdLst/>
              <a:ahLst/>
              <a:cxnLst/>
              <a:rect r="r" b="b" t="t" l="l"/>
              <a:pathLst>
                <a:path h="273177" w="20833080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43238" y="10108759"/>
            <a:ext cx="15544724" cy="152705"/>
            <a:chOff x="0" y="0"/>
            <a:chExt cx="20726298" cy="2036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273" cy="203581"/>
            </a:xfrm>
            <a:custGeom>
              <a:avLst/>
              <a:gdLst/>
              <a:ahLst/>
              <a:cxnLst/>
              <a:rect r="r" b="b" t="t" l="l"/>
              <a:pathLst>
                <a:path h="203581" w="20726273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3574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77926" y="3334"/>
            <a:ext cx="4935598" cy="1027605"/>
            <a:chOff x="0" y="0"/>
            <a:chExt cx="6580797" cy="1370140"/>
          </a:xfrm>
        </p:grpSpPr>
        <p:sp>
          <p:nvSpPr>
            <p:cNvPr name="Freeform 9" id="9" descr="A black background with white text  Description automatically generated"/>
            <p:cNvSpPr/>
            <p:nvPr/>
          </p:nvSpPr>
          <p:spPr>
            <a:xfrm flipH="false" flipV="false" rot="0">
              <a:off x="0" y="0"/>
              <a:ext cx="6580759" cy="1370203"/>
            </a:xfrm>
            <a:custGeom>
              <a:avLst/>
              <a:gdLst/>
              <a:ahLst/>
              <a:cxnLst/>
              <a:rect r="r" b="b" t="t" l="l"/>
              <a:pathLst>
                <a:path h="1370203" w="6580759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1" t="0" r="-192" b="4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331768" y="2324998"/>
            <a:ext cx="15624465" cy="5637005"/>
          </a:xfrm>
          <a:custGeom>
            <a:avLst/>
            <a:gdLst/>
            <a:ahLst/>
            <a:cxnLst/>
            <a:rect r="r" b="b" t="t" l="l"/>
            <a:pathLst>
              <a:path h="5637005" w="15624465">
                <a:moveTo>
                  <a:pt x="0" y="0"/>
                </a:moveTo>
                <a:lnTo>
                  <a:pt x="15624464" y="0"/>
                </a:lnTo>
                <a:lnTo>
                  <a:pt x="15624464" y="5637004"/>
                </a:lnTo>
                <a:lnTo>
                  <a:pt x="0" y="56370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07" t="-22098" r="-1381" b="-3769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2009" y="10002231"/>
            <a:ext cx="2254501" cy="32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93854" y="1231665"/>
            <a:ext cx="11500291" cy="861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4"/>
              </a:lnSpc>
            </a:pPr>
            <a:r>
              <a:rPr lang="en-US" sz="5300" b="true">
                <a:solidFill>
                  <a:srgbClr val="77B8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Kịch bản mô phỏng và Demo nghiệm thu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668"/>
            <a:ext cx="18288000" cy="1070038"/>
            <a:chOff x="0" y="0"/>
            <a:chExt cx="24384000" cy="14267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26718"/>
            </a:xfrm>
            <a:custGeom>
              <a:avLst/>
              <a:gdLst/>
              <a:ahLst/>
              <a:cxnLst/>
              <a:rect r="r" b="b" t="t" l="l"/>
              <a:pathLst>
                <a:path h="142671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663190" y="10082212"/>
            <a:ext cx="15624810" cy="204845"/>
            <a:chOff x="0" y="0"/>
            <a:chExt cx="20833080" cy="2731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833080" cy="273177"/>
            </a:xfrm>
            <a:custGeom>
              <a:avLst/>
              <a:gdLst/>
              <a:ahLst/>
              <a:cxnLst/>
              <a:rect r="r" b="b" t="t" l="l"/>
              <a:pathLst>
                <a:path h="273177" w="20833080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43238" y="10108759"/>
            <a:ext cx="15544724" cy="152705"/>
            <a:chOff x="0" y="0"/>
            <a:chExt cx="20726298" cy="2036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273" cy="203581"/>
            </a:xfrm>
            <a:custGeom>
              <a:avLst/>
              <a:gdLst/>
              <a:ahLst/>
              <a:cxnLst/>
              <a:rect r="r" b="b" t="t" l="l"/>
              <a:pathLst>
                <a:path h="203581" w="20726273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3574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77926" y="3334"/>
            <a:ext cx="4935598" cy="1027605"/>
            <a:chOff x="0" y="0"/>
            <a:chExt cx="6580797" cy="1370140"/>
          </a:xfrm>
        </p:grpSpPr>
        <p:sp>
          <p:nvSpPr>
            <p:cNvPr name="Freeform 9" id="9" descr="A black background with white text  Description automatically generated"/>
            <p:cNvSpPr/>
            <p:nvPr/>
          </p:nvSpPr>
          <p:spPr>
            <a:xfrm flipH="false" flipV="false" rot="0">
              <a:off x="0" y="0"/>
              <a:ext cx="6580759" cy="1370203"/>
            </a:xfrm>
            <a:custGeom>
              <a:avLst/>
              <a:gdLst/>
              <a:ahLst/>
              <a:cxnLst/>
              <a:rect r="r" b="b" t="t" l="l"/>
              <a:pathLst>
                <a:path h="1370203" w="6580759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1" t="0" r="-192" b="4"/>
              </a:stretch>
            </a:blipFill>
          </p:spPr>
        </p:sp>
      </p:grpSp>
      <p:graphicFrame>
        <p:nvGraphicFramePr>
          <p:cNvPr name="Object 10" id="10"/>
          <p:cNvGraphicFramePr/>
          <p:nvPr/>
        </p:nvGraphicFramePr>
        <p:xfrm>
          <a:off x="697024" y="2158277"/>
          <a:ext cx="9429750" cy="3771900"/>
        </p:xfrm>
        <a:graphic>
          <a:graphicData uri="http://schemas.openxmlformats.org/presentationml/2006/ole">
            <p:oleObj imgW="11315700" imgH="56515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302009" y="10002231"/>
            <a:ext cx="2254501" cy="32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00287" y="1000220"/>
            <a:ext cx="12287425" cy="861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4"/>
              </a:lnSpc>
            </a:pPr>
            <a:r>
              <a:rPr lang="en-US" sz="5300" b="true">
                <a:solidFill>
                  <a:srgbClr val="77B8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Kế Hoạch Triển Khai và Tiến Độ 10 Tuần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668"/>
            <a:ext cx="18288000" cy="1070038"/>
            <a:chOff x="0" y="0"/>
            <a:chExt cx="24384000" cy="14267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26718"/>
            </a:xfrm>
            <a:custGeom>
              <a:avLst/>
              <a:gdLst/>
              <a:ahLst/>
              <a:cxnLst/>
              <a:rect r="r" b="b" t="t" l="l"/>
              <a:pathLst>
                <a:path h="142671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663190" y="10082212"/>
            <a:ext cx="15624810" cy="204845"/>
            <a:chOff x="0" y="0"/>
            <a:chExt cx="20833080" cy="2731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833080" cy="273177"/>
            </a:xfrm>
            <a:custGeom>
              <a:avLst/>
              <a:gdLst/>
              <a:ahLst/>
              <a:cxnLst/>
              <a:rect r="r" b="b" t="t" l="l"/>
              <a:pathLst>
                <a:path h="273177" w="20833080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43238" y="10108759"/>
            <a:ext cx="15544724" cy="152705"/>
            <a:chOff x="0" y="0"/>
            <a:chExt cx="20726298" cy="2036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273" cy="203581"/>
            </a:xfrm>
            <a:custGeom>
              <a:avLst/>
              <a:gdLst/>
              <a:ahLst/>
              <a:cxnLst/>
              <a:rect r="r" b="b" t="t" l="l"/>
              <a:pathLst>
                <a:path h="203581" w="20726273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3574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77926" y="3334"/>
            <a:ext cx="4935598" cy="1027605"/>
            <a:chOff x="0" y="0"/>
            <a:chExt cx="6580797" cy="1370140"/>
          </a:xfrm>
        </p:grpSpPr>
        <p:sp>
          <p:nvSpPr>
            <p:cNvPr name="Freeform 9" id="9" descr="A black background with white text  Description automatically generated"/>
            <p:cNvSpPr/>
            <p:nvPr/>
          </p:nvSpPr>
          <p:spPr>
            <a:xfrm flipH="false" flipV="false" rot="0">
              <a:off x="0" y="0"/>
              <a:ext cx="6580759" cy="1370203"/>
            </a:xfrm>
            <a:custGeom>
              <a:avLst/>
              <a:gdLst/>
              <a:ahLst/>
              <a:cxnLst/>
              <a:rect r="r" b="b" t="t" l="l"/>
              <a:pathLst>
                <a:path h="1370203" w="6580759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1" t="0" r="-192" b="4"/>
              </a:stretch>
            </a:blipFill>
          </p:spPr>
        </p:sp>
      </p:grpSp>
      <p:graphicFrame>
        <p:nvGraphicFramePr>
          <p:cNvPr name="Object 10" id="10"/>
          <p:cNvGraphicFramePr/>
          <p:nvPr/>
        </p:nvGraphicFramePr>
        <p:xfrm>
          <a:off x="1117277" y="2624071"/>
          <a:ext cx="5657850" cy="2514600"/>
        </p:xfrm>
        <a:graphic>
          <a:graphicData uri="http://schemas.openxmlformats.org/presentationml/2006/ole">
            <p:oleObj imgW="6781800" imgH="36449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302009" y="10002231"/>
            <a:ext cx="2254501" cy="32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00287" y="1000220"/>
            <a:ext cx="12287425" cy="861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4"/>
              </a:lnSpc>
            </a:pPr>
            <a:r>
              <a:rPr lang="en-US" sz="5300" b="true">
                <a:solidFill>
                  <a:srgbClr val="77B8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Phân Công Thành  Viên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668"/>
            <a:ext cx="18288000" cy="1070038"/>
            <a:chOff x="0" y="0"/>
            <a:chExt cx="24384000" cy="14267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26718"/>
            </a:xfrm>
            <a:custGeom>
              <a:avLst/>
              <a:gdLst/>
              <a:ahLst/>
              <a:cxnLst/>
              <a:rect r="r" b="b" t="t" l="l"/>
              <a:pathLst>
                <a:path h="142671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663190" y="10082212"/>
            <a:ext cx="15624810" cy="204845"/>
            <a:chOff x="0" y="0"/>
            <a:chExt cx="20833080" cy="2731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833080" cy="273177"/>
            </a:xfrm>
            <a:custGeom>
              <a:avLst/>
              <a:gdLst/>
              <a:ahLst/>
              <a:cxnLst/>
              <a:rect r="r" b="b" t="t" l="l"/>
              <a:pathLst>
                <a:path h="273177" w="20833080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43238" y="10108759"/>
            <a:ext cx="15544724" cy="152705"/>
            <a:chOff x="0" y="0"/>
            <a:chExt cx="20726298" cy="2036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273" cy="203581"/>
            </a:xfrm>
            <a:custGeom>
              <a:avLst/>
              <a:gdLst/>
              <a:ahLst/>
              <a:cxnLst/>
              <a:rect r="r" b="b" t="t" l="l"/>
              <a:pathLst>
                <a:path h="203581" w="20726273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3574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77926" y="3334"/>
            <a:ext cx="4935598" cy="1027605"/>
            <a:chOff x="0" y="0"/>
            <a:chExt cx="6580797" cy="1370140"/>
          </a:xfrm>
        </p:grpSpPr>
        <p:sp>
          <p:nvSpPr>
            <p:cNvPr name="Freeform 9" id="9" descr="A black background with white text  Description automatically generated"/>
            <p:cNvSpPr/>
            <p:nvPr/>
          </p:nvSpPr>
          <p:spPr>
            <a:xfrm flipH="false" flipV="false" rot="0">
              <a:off x="0" y="0"/>
              <a:ext cx="6580759" cy="1370203"/>
            </a:xfrm>
            <a:custGeom>
              <a:avLst/>
              <a:gdLst/>
              <a:ahLst/>
              <a:cxnLst/>
              <a:rect r="r" b="b" t="t" l="l"/>
              <a:pathLst>
                <a:path h="1370203" w="6580759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1" t="0" r="-192" b="4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351968" y="1890684"/>
            <a:ext cx="15584064" cy="7721554"/>
          </a:xfrm>
          <a:custGeom>
            <a:avLst/>
            <a:gdLst/>
            <a:ahLst/>
            <a:cxnLst/>
            <a:rect r="r" b="b" t="t" l="l"/>
            <a:pathLst>
              <a:path h="7721554" w="15584064">
                <a:moveTo>
                  <a:pt x="0" y="0"/>
                </a:moveTo>
                <a:lnTo>
                  <a:pt x="15584064" y="0"/>
                </a:lnTo>
                <a:lnTo>
                  <a:pt x="15584064" y="7721554"/>
                </a:lnTo>
                <a:lnTo>
                  <a:pt x="0" y="77215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07" t="-15645" r="-1661" b="-22629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2009" y="10002231"/>
            <a:ext cx="2254501" cy="32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00287" y="1000220"/>
            <a:ext cx="12287425" cy="861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4"/>
              </a:lnSpc>
            </a:pPr>
            <a:r>
              <a:rPr lang="en-US" sz="5300" b="true">
                <a:solidFill>
                  <a:srgbClr val="77B8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Rủi Ro và Phương Án Xử Lý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668"/>
            <a:ext cx="18288000" cy="1070038"/>
            <a:chOff x="0" y="0"/>
            <a:chExt cx="24384000" cy="14267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26718"/>
            </a:xfrm>
            <a:custGeom>
              <a:avLst/>
              <a:gdLst/>
              <a:ahLst/>
              <a:cxnLst/>
              <a:rect r="r" b="b" t="t" l="l"/>
              <a:pathLst>
                <a:path h="142671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663190" y="10082212"/>
            <a:ext cx="15624810" cy="204845"/>
            <a:chOff x="0" y="0"/>
            <a:chExt cx="20833080" cy="2731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833080" cy="273177"/>
            </a:xfrm>
            <a:custGeom>
              <a:avLst/>
              <a:gdLst/>
              <a:ahLst/>
              <a:cxnLst/>
              <a:rect r="r" b="b" t="t" l="l"/>
              <a:pathLst>
                <a:path h="273177" w="20833080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43238" y="10108759"/>
            <a:ext cx="15544724" cy="152705"/>
            <a:chOff x="0" y="0"/>
            <a:chExt cx="20726298" cy="2036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273" cy="203581"/>
            </a:xfrm>
            <a:custGeom>
              <a:avLst/>
              <a:gdLst/>
              <a:ahLst/>
              <a:cxnLst/>
              <a:rect r="r" b="b" t="t" l="l"/>
              <a:pathLst>
                <a:path h="203581" w="20726273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3574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77926" y="3334"/>
            <a:ext cx="4935598" cy="1027605"/>
            <a:chOff x="0" y="0"/>
            <a:chExt cx="6580797" cy="1370140"/>
          </a:xfrm>
        </p:grpSpPr>
        <p:sp>
          <p:nvSpPr>
            <p:cNvPr name="Freeform 9" id="9" descr="A black background with white text  Description automatically generated"/>
            <p:cNvSpPr/>
            <p:nvPr/>
          </p:nvSpPr>
          <p:spPr>
            <a:xfrm flipH="false" flipV="false" rot="0">
              <a:off x="0" y="0"/>
              <a:ext cx="6580759" cy="1370203"/>
            </a:xfrm>
            <a:custGeom>
              <a:avLst/>
              <a:gdLst/>
              <a:ahLst/>
              <a:cxnLst/>
              <a:rect r="r" b="b" t="t" l="l"/>
              <a:pathLst>
                <a:path h="1370203" w="6580759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1" t="0" r="-192" b="4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963342" y="2397643"/>
            <a:ext cx="16361316" cy="7107155"/>
          </a:xfrm>
          <a:custGeom>
            <a:avLst/>
            <a:gdLst/>
            <a:ahLst/>
            <a:cxnLst/>
            <a:rect r="r" b="b" t="t" l="l"/>
            <a:pathLst>
              <a:path h="7107155" w="16361316">
                <a:moveTo>
                  <a:pt x="0" y="0"/>
                </a:moveTo>
                <a:lnTo>
                  <a:pt x="16361316" y="0"/>
                </a:lnTo>
                <a:lnTo>
                  <a:pt x="16361316" y="7107154"/>
                </a:lnTo>
                <a:lnTo>
                  <a:pt x="0" y="71071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10" t="-29718" r="-1943" b="-2844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2009" y="10002231"/>
            <a:ext cx="2254501" cy="32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00287" y="1000220"/>
            <a:ext cx="12287425" cy="861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4"/>
              </a:lnSpc>
            </a:pPr>
            <a:r>
              <a:rPr lang="en-US" sz="5300" b="true">
                <a:solidFill>
                  <a:srgbClr val="77B8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Hướng Phát Triển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72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668"/>
            <a:ext cx="18288000" cy="1070038"/>
            <a:chOff x="0" y="0"/>
            <a:chExt cx="24384000" cy="14267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26718"/>
            </a:xfrm>
            <a:custGeom>
              <a:avLst/>
              <a:gdLst/>
              <a:ahLst/>
              <a:cxnLst/>
              <a:rect r="r" b="b" t="t" l="l"/>
              <a:pathLst>
                <a:path h="142671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7926" y="3334"/>
            <a:ext cx="4935598" cy="1027605"/>
            <a:chOff x="0" y="0"/>
            <a:chExt cx="6580797" cy="13701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80759" cy="1370203"/>
            </a:xfrm>
            <a:custGeom>
              <a:avLst/>
              <a:gdLst/>
              <a:ahLst/>
              <a:cxnLst/>
              <a:rect r="r" b="b" t="t" l="l"/>
              <a:pathLst>
                <a:path h="1370203" w="6580759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84" b="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63190" y="10082212"/>
            <a:ext cx="15624810" cy="204845"/>
            <a:chOff x="0" y="0"/>
            <a:chExt cx="20833080" cy="2731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833080" cy="273177"/>
            </a:xfrm>
            <a:custGeom>
              <a:avLst/>
              <a:gdLst/>
              <a:ahLst/>
              <a:cxnLst/>
              <a:rect r="r" b="b" t="t" l="l"/>
              <a:pathLst>
                <a:path h="273177" w="20833080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743238" y="10108759"/>
            <a:ext cx="15544724" cy="152705"/>
            <a:chOff x="0" y="0"/>
            <a:chExt cx="20726298" cy="2036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726273" cy="203581"/>
            </a:xfrm>
            <a:custGeom>
              <a:avLst/>
              <a:gdLst/>
              <a:ahLst/>
              <a:cxnLst/>
              <a:rect r="r" b="b" t="t" l="l"/>
              <a:pathLst>
                <a:path h="203581" w="20726273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35745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02009" y="10002231"/>
            <a:ext cx="2254501" cy="32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9260" y="3030866"/>
            <a:ext cx="15370533" cy="4183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998"/>
              </a:lnSpc>
            </a:pPr>
            <a:r>
              <a:rPr lang="en-US" b="true" sz="1037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CẢM</a:t>
            </a:r>
            <a:r>
              <a:rPr lang="en-US" b="true" sz="1037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ƠN THẦY/CÔ VÀ CÁC BẠN ĐÃ LẮNG NGHE!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668"/>
            <a:ext cx="18288000" cy="1070038"/>
            <a:chOff x="0" y="0"/>
            <a:chExt cx="24384000" cy="14267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26718"/>
            </a:xfrm>
            <a:custGeom>
              <a:avLst/>
              <a:gdLst/>
              <a:ahLst/>
              <a:cxnLst/>
              <a:rect r="r" b="b" t="t" l="l"/>
              <a:pathLst>
                <a:path h="142671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663190" y="10082212"/>
            <a:ext cx="15624810" cy="204845"/>
            <a:chOff x="0" y="0"/>
            <a:chExt cx="20833080" cy="2731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833080" cy="273177"/>
            </a:xfrm>
            <a:custGeom>
              <a:avLst/>
              <a:gdLst/>
              <a:ahLst/>
              <a:cxnLst/>
              <a:rect r="r" b="b" t="t" l="l"/>
              <a:pathLst>
                <a:path h="273177" w="20833080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43238" y="10108759"/>
            <a:ext cx="15544724" cy="152705"/>
            <a:chOff x="0" y="0"/>
            <a:chExt cx="20726298" cy="2036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273" cy="203581"/>
            </a:xfrm>
            <a:custGeom>
              <a:avLst/>
              <a:gdLst/>
              <a:ahLst/>
              <a:cxnLst/>
              <a:rect r="r" b="b" t="t" l="l"/>
              <a:pathLst>
                <a:path h="203581" w="20726273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35745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02009" y="10002231"/>
            <a:ext cx="2254501" cy="32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77926" y="3334"/>
            <a:ext cx="4935598" cy="1027605"/>
            <a:chOff x="0" y="0"/>
            <a:chExt cx="6580797" cy="1370140"/>
          </a:xfrm>
        </p:grpSpPr>
        <p:sp>
          <p:nvSpPr>
            <p:cNvPr name="Freeform 10" id="10" descr="A black background with white text  Description automatically generated"/>
            <p:cNvSpPr/>
            <p:nvPr/>
          </p:nvSpPr>
          <p:spPr>
            <a:xfrm flipH="false" flipV="false" rot="0">
              <a:off x="0" y="0"/>
              <a:ext cx="6580759" cy="1370203"/>
            </a:xfrm>
            <a:custGeom>
              <a:avLst/>
              <a:gdLst/>
              <a:ahLst/>
              <a:cxnLst/>
              <a:rect r="r" b="b" t="t" l="l"/>
              <a:pathLst>
                <a:path h="1370203" w="6580759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1" t="0" r="-192" b="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45551" y="4760605"/>
            <a:ext cx="6480334" cy="765791"/>
            <a:chOff x="0" y="0"/>
            <a:chExt cx="8640445" cy="10210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640450" cy="1021050"/>
            </a:xfrm>
            <a:custGeom>
              <a:avLst/>
              <a:gdLst/>
              <a:ahLst/>
              <a:cxnLst/>
              <a:rect r="r" b="b" t="t" l="l"/>
              <a:pathLst>
                <a:path h="1021050" w="8640450">
                  <a:moveTo>
                    <a:pt x="0" y="0"/>
                  </a:moveTo>
                  <a:lnTo>
                    <a:pt x="8640450" y="0"/>
                  </a:lnTo>
                  <a:lnTo>
                    <a:pt x="8640450" y="1021050"/>
                  </a:lnTo>
                  <a:lnTo>
                    <a:pt x="0" y="10210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4888" r="0" b="-11488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66675"/>
              <a:ext cx="8640445" cy="95438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b="true" sz="6600" spc="-40">
                  <a:solidFill>
                    <a:srgbClr val="1F72B6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USE CHARTS TO EXPLAIN YOUR IDEAS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041535" y="5708923"/>
            <a:ext cx="2087547" cy="2087547"/>
            <a:chOff x="0" y="0"/>
            <a:chExt cx="2783396" cy="27833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83459" cy="2783459"/>
            </a:xfrm>
            <a:custGeom>
              <a:avLst/>
              <a:gdLst/>
              <a:ahLst/>
              <a:cxnLst/>
              <a:rect r="r" b="b" t="t" l="l"/>
              <a:pathLst>
                <a:path h="2783459" w="2783459">
                  <a:moveTo>
                    <a:pt x="0" y="1391666"/>
                  </a:moveTo>
                  <a:cubicBezTo>
                    <a:pt x="0" y="623062"/>
                    <a:pt x="623062" y="0"/>
                    <a:pt x="1391666" y="0"/>
                  </a:cubicBezTo>
                  <a:cubicBezTo>
                    <a:pt x="2160270" y="0"/>
                    <a:pt x="2783459" y="623062"/>
                    <a:pt x="2783459" y="1391666"/>
                  </a:cubicBezTo>
                  <a:cubicBezTo>
                    <a:pt x="2783459" y="2160270"/>
                    <a:pt x="2160270" y="2783459"/>
                    <a:pt x="1391666" y="2783459"/>
                  </a:cubicBezTo>
                  <a:cubicBezTo>
                    <a:pt x="623062" y="2783459"/>
                    <a:pt x="0" y="2160270"/>
                    <a:pt x="0" y="1391666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1" t="0" r="-78299" b="2"/>
              </a:stretch>
            </a:blipFill>
            <a:ln w="57150" cap="sq">
              <a:solidFill>
                <a:srgbClr val="4CC4EB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783396" cy="2792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354253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White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510378" y="5708923"/>
            <a:ext cx="2087547" cy="2087547"/>
            <a:chOff x="0" y="0"/>
            <a:chExt cx="2783396" cy="27833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83459" cy="2783459"/>
            </a:xfrm>
            <a:custGeom>
              <a:avLst/>
              <a:gdLst/>
              <a:ahLst/>
              <a:cxnLst/>
              <a:rect r="r" b="b" t="t" l="l"/>
              <a:pathLst>
                <a:path h="2783459" w="2783459">
                  <a:moveTo>
                    <a:pt x="0" y="1391666"/>
                  </a:moveTo>
                  <a:cubicBezTo>
                    <a:pt x="0" y="623062"/>
                    <a:pt x="623062" y="0"/>
                    <a:pt x="1391666" y="0"/>
                  </a:cubicBezTo>
                  <a:cubicBezTo>
                    <a:pt x="2160270" y="0"/>
                    <a:pt x="2783459" y="623062"/>
                    <a:pt x="2783459" y="1391666"/>
                  </a:cubicBezTo>
                  <a:cubicBezTo>
                    <a:pt x="2783459" y="2160270"/>
                    <a:pt x="2160270" y="2783459"/>
                    <a:pt x="1391666" y="2783459"/>
                  </a:cubicBezTo>
                  <a:cubicBezTo>
                    <a:pt x="623062" y="2783459"/>
                    <a:pt x="0" y="2160270"/>
                    <a:pt x="0" y="1391666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1" t="0" r="-78299" b="2"/>
              </a:stretch>
            </a:blipFill>
            <a:ln w="57150" cap="sq">
              <a:solidFill>
                <a:srgbClr val="4CC4EB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783396" cy="2792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354253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Black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690227" y="5623198"/>
            <a:ext cx="2258997" cy="2258997"/>
            <a:chOff x="0" y="0"/>
            <a:chExt cx="3011996" cy="30119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012059" cy="3012059"/>
            </a:xfrm>
            <a:custGeom>
              <a:avLst/>
              <a:gdLst/>
              <a:ahLst/>
              <a:cxnLst/>
              <a:rect r="r" b="b" t="t" l="l"/>
              <a:pathLst>
                <a:path h="3012059" w="3012059">
                  <a:moveTo>
                    <a:pt x="0" y="1505966"/>
                  </a:moveTo>
                  <a:cubicBezTo>
                    <a:pt x="0" y="674243"/>
                    <a:pt x="674243" y="0"/>
                    <a:pt x="1505966" y="0"/>
                  </a:cubicBezTo>
                  <a:cubicBezTo>
                    <a:pt x="2337689" y="0"/>
                    <a:pt x="3012059" y="674243"/>
                    <a:pt x="3012059" y="1505966"/>
                  </a:cubicBezTo>
                  <a:cubicBezTo>
                    <a:pt x="3012059" y="2337689"/>
                    <a:pt x="2337689" y="3012059"/>
                    <a:pt x="1505966" y="3012059"/>
                  </a:cubicBezTo>
                  <a:cubicBezTo>
                    <a:pt x="674243" y="3012059"/>
                    <a:pt x="0" y="2337689"/>
                    <a:pt x="0" y="1505966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1" t="0" r="-78299" b="2"/>
              </a:stretch>
            </a:blipFill>
            <a:ln w="228600" cap="sq">
              <a:solidFill>
                <a:srgbClr val="E81F26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011996" cy="30215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354253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Gray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668"/>
            <a:ext cx="18288000" cy="1070038"/>
            <a:chOff x="0" y="0"/>
            <a:chExt cx="24384000" cy="14267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26718"/>
            </a:xfrm>
            <a:custGeom>
              <a:avLst/>
              <a:gdLst/>
              <a:ahLst/>
              <a:cxnLst/>
              <a:rect r="r" b="b" t="t" l="l"/>
              <a:pathLst>
                <a:path h="142671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663190" y="10082212"/>
            <a:ext cx="15624810" cy="204845"/>
            <a:chOff x="0" y="0"/>
            <a:chExt cx="20833080" cy="2731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833080" cy="273177"/>
            </a:xfrm>
            <a:custGeom>
              <a:avLst/>
              <a:gdLst/>
              <a:ahLst/>
              <a:cxnLst/>
              <a:rect r="r" b="b" t="t" l="l"/>
              <a:pathLst>
                <a:path h="273177" w="20833080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43238" y="10108759"/>
            <a:ext cx="15544724" cy="152705"/>
            <a:chOff x="0" y="0"/>
            <a:chExt cx="20726298" cy="2036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273" cy="203581"/>
            </a:xfrm>
            <a:custGeom>
              <a:avLst/>
              <a:gdLst/>
              <a:ahLst/>
              <a:cxnLst/>
              <a:rect r="r" b="b" t="t" l="l"/>
              <a:pathLst>
                <a:path h="203581" w="20726273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35745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02009" y="10002231"/>
            <a:ext cx="2254501" cy="32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77926" y="3334"/>
            <a:ext cx="4935598" cy="1027605"/>
            <a:chOff x="0" y="0"/>
            <a:chExt cx="6580797" cy="1370140"/>
          </a:xfrm>
        </p:grpSpPr>
        <p:sp>
          <p:nvSpPr>
            <p:cNvPr name="Freeform 10" id="10" descr="A black background with white text  Description automatically generated"/>
            <p:cNvSpPr/>
            <p:nvPr/>
          </p:nvSpPr>
          <p:spPr>
            <a:xfrm flipH="false" flipV="false" rot="0">
              <a:off x="0" y="0"/>
              <a:ext cx="6580759" cy="1370203"/>
            </a:xfrm>
            <a:custGeom>
              <a:avLst/>
              <a:gdLst/>
              <a:ahLst/>
              <a:cxnLst/>
              <a:rect r="r" b="b" t="t" l="l"/>
              <a:pathLst>
                <a:path h="1370203" w="6580759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1" t="0" r="-192" b="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398018" y="4377719"/>
            <a:ext cx="6480334" cy="765791"/>
            <a:chOff x="0" y="0"/>
            <a:chExt cx="8640445" cy="10210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640450" cy="1021050"/>
            </a:xfrm>
            <a:custGeom>
              <a:avLst/>
              <a:gdLst/>
              <a:ahLst/>
              <a:cxnLst/>
              <a:rect r="r" b="b" t="t" l="l"/>
              <a:pathLst>
                <a:path h="1021050" w="8640450">
                  <a:moveTo>
                    <a:pt x="0" y="0"/>
                  </a:moveTo>
                  <a:lnTo>
                    <a:pt x="8640450" y="0"/>
                  </a:lnTo>
                  <a:lnTo>
                    <a:pt x="8640450" y="1021050"/>
                  </a:lnTo>
                  <a:lnTo>
                    <a:pt x="0" y="10210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4888" r="0" b="-11488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66675"/>
              <a:ext cx="8640445" cy="95438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spc="-40">
                  <a:solidFill>
                    <a:srgbClr val="0070C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OUR PROCESS IS EASY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536663" y="5232178"/>
            <a:ext cx="2465441" cy="2083727"/>
            <a:chOff x="0" y="0"/>
            <a:chExt cx="3287255" cy="27783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87268" cy="2778252"/>
            </a:xfrm>
            <a:custGeom>
              <a:avLst/>
              <a:gdLst/>
              <a:ahLst/>
              <a:cxnLst/>
              <a:rect r="r" b="b" t="t" l="l"/>
              <a:pathLst>
                <a:path h="2778252" w="3287268">
                  <a:moveTo>
                    <a:pt x="0" y="0"/>
                  </a:moveTo>
                  <a:lnTo>
                    <a:pt x="2450211" y="0"/>
                  </a:lnTo>
                  <a:lnTo>
                    <a:pt x="3287268" y="1389126"/>
                  </a:lnTo>
                  <a:lnTo>
                    <a:pt x="2450211" y="2778252"/>
                  </a:lnTo>
                  <a:lnTo>
                    <a:pt x="0" y="2778252"/>
                  </a:lnTo>
                  <a:close/>
                </a:path>
              </a:pathLst>
            </a:custGeom>
            <a:solidFill>
              <a:srgbClr val="4CC4E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3287255" cy="2787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first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503424" y="5232178"/>
            <a:ext cx="2513028" cy="2083727"/>
            <a:chOff x="0" y="0"/>
            <a:chExt cx="3350704" cy="277830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350768" cy="2778252"/>
            </a:xfrm>
            <a:custGeom>
              <a:avLst/>
              <a:gdLst/>
              <a:ahLst/>
              <a:cxnLst/>
              <a:rect r="r" b="b" t="t" l="l"/>
              <a:pathLst>
                <a:path h="2778252" w="3350768">
                  <a:moveTo>
                    <a:pt x="0" y="0"/>
                  </a:moveTo>
                  <a:lnTo>
                    <a:pt x="2521331" y="0"/>
                  </a:lnTo>
                  <a:lnTo>
                    <a:pt x="3350768" y="1389126"/>
                  </a:lnTo>
                  <a:lnTo>
                    <a:pt x="2521331" y="2778252"/>
                  </a:lnTo>
                  <a:lnTo>
                    <a:pt x="0" y="2778252"/>
                  </a:lnTo>
                  <a:lnTo>
                    <a:pt x="829437" y="1389126"/>
                  </a:lnTo>
                  <a:close/>
                </a:path>
              </a:pathLst>
            </a:custGeom>
            <a:solidFill>
              <a:srgbClr val="FFC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3350704" cy="2787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second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17609" y="5232178"/>
            <a:ext cx="2513028" cy="2083727"/>
            <a:chOff x="0" y="0"/>
            <a:chExt cx="3350704" cy="27783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350768" cy="2778252"/>
            </a:xfrm>
            <a:custGeom>
              <a:avLst/>
              <a:gdLst/>
              <a:ahLst/>
              <a:cxnLst/>
              <a:rect r="r" b="b" t="t" l="l"/>
              <a:pathLst>
                <a:path h="2778252" w="3350768">
                  <a:moveTo>
                    <a:pt x="0" y="0"/>
                  </a:moveTo>
                  <a:lnTo>
                    <a:pt x="2521331" y="0"/>
                  </a:lnTo>
                  <a:lnTo>
                    <a:pt x="3350768" y="1389126"/>
                  </a:lnTo>
                  <a:lnTo>
                    <a:pt x="2521331" y="2778252"/>
                  </a:lnTo>
                  <a:lnTo>
                    <a:pt x="0" y="2778252"/>
                  </a:lnTo>
                  <a:lnTo>
                    <a:pt x="829437" y="1389126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350704" cy="27878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last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72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668"/>
            <a:ext cx="18288000" cy="1070038"/>
            <a:chOff x="0" y="0"/>
            <a:chExt cx="24384000" cy="14267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26718"/>
            </a:xfrm>
            <a:custGeom>
              <a:avLst/>
              <a:gdLst/>
              <a:ahLst/>
              <a:cxnLst/>
              <a:rect r="r" b="b" t="t" l="l"/>
              <a:pathLst>
                <a:path h="142671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7926" y="3334"/>
            <a:ext cx="4935598" cy="1027605"/>
            <a:chOff x="0" y="0"/>
            <a:chExt cx="6580797" cy="13701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80759" cy="1370203"/>
            </a:xfrm>
            <a:custGeom>
              <a:avLst/>
              <a:gdLst/>
              <a:ahLst/>
              <a:cxnLst/>
              <a:rect r="r" b="b" t="t" l="l"/>
              <a:pathLst>
                <a:path h="1370203" w="6580759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84" b="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63190" y="10082212"/>
            <a:ext cx="15624810" cy="204845"/>
            <a:chOff x="0" y="0"/>
            <a:chExt cx="20833080" cy="2731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833080" cy="273177"/>
            </a:xfrm>
            <a:custGeom>
              <a:avLst/>
              <a:gdLst/>
              <a:ahLst/>
              <a:cxnLst/>
              <a:rect r="r" b="b" t="t" l="l"/>
              <a:pathLst>
                <a:path h="273177" w="20833080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743238" y="10108759"/>
            <a:ext cx="15544724" cy="152705"/>
            <a:chOff x="0" y="0"/>
            <a:chExt cx="20726298" cy="2036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726273" cy="203581"/>
            </a:xfrm>
            <a:custGeom>
              <a:avLst/>
              <a:gdLst/>
              <a:ahLst/>
              <a:cxnLst/>
              <a:rect r="r" b="b" t="t" l="l"/>
              <a:pathLst>
                <a:path h="203581" w="20726273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35745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02009" y="10002231"/>
            <a:ext cx="2254501" cy="32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360812" y="2320671"/>
            <a:ext cx="3534642" cy="5786438"/>
            <a:chOff x="0" y="0"/>
            <a:chExt cx="4712856" cy="7715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12850" cy="7715250"/>
            </a:xfrm>
            <a:custGeom>
              <a:avLst/>
              <a:gdLst/>
              <a:ahLst/>
              <a:cxnLst/>
              <a:rect r="r" b="b" t="t" l="l"/>
              <a:pathLst>
                <a:path h="7715250" w="4712850">
                  <a:moveTo>
                    <a:pt x="0" y="0"/>
                  </a:moveTo>
                  <a:lnTo>
                    <a:pt x="4712850" y="0"/>
                  </a:lnTo>
                  <a:lnTo>
                    <a:pt x="4712850" y="7715250"/>
                  </a:lnTo>
                  <a:lnTo>
                    <a:pt x="0" y="7715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041" t="0" r="-160041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57150"/>
              <a:ext cx="4712856" cy="7658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>
                  <a:solidFill>
                    <a:srgbClr val="FFC000"/>
                  </a:solidFill>
                  <a:latin typeface="Oswald"/>
                  <a:ea typeface="Oswald"/>
                  <a:cs typeface="Oswald"/>
                  <a:sym typeface="Oswald"/>
                </a:rPr>
                <a:t>DESKTOP</a:t>
              </a:r>
              <a:r>
                <a:rPr lang="en-US" sz="5400">
                  <a:solidFill>
                    <a:srgbClr val="E81F26"/>
                  </a:solidFill>
                  <a:latin typeface="Oswald"/>
                  <a:ea typeface="Oswald"/>
                  <a:cs typeface="Oswald"/>
                  <a:sym typeface="Oswald"/>
                </a:rPr>
                <a:t> </a:t>
              </a:r>
              <a:r>
                <a:rPr lang="en-US" sz="5400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PROJECT</a:t>
              </a:r>
            </a:p>
            <a:p>
              <a:pPr algn="l">
                <a:lnSpc>
                  <a:spcPts val="2187"/>
                </a:lnSpc>
              </a:pPr>
              <a:r>
                <a:rPr lang="en-US" sz="20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Show and explain your web, app or software projects using these gadget templates.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314306" y="3712988"/>
            <a:ext cx="5117868" cy="3001766"/>
          </a:xfrm>
          <a:custGeom>
            <a:avLst/>
            <a:gdLst/>
            <a:ahLst/>
            <a:cxnLst/>
            <a:rect r="r" b="b" t="t" l="l"/>
            <a:pathLst>
              <a:path h="3001766" w="5117868">
                <a:moveTo>
                  <a:pt x="0" y="0"/>
                </a:moveTo>
                <a:lnTo>
                  <a:pt x="5117868" y="0"/>
                </a:lnTo>
                <a:lnTo>
                  <a:pt x="5117868" y="3001766"/>
                </a:lnTo>
                <a:lnTo>
                  <a:pt x="0" y="3001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8888825" y="3881999"/>
            <a:ext cx="3971868" cy="2523011"/>
            <a:chOff x="0" y="0"/>
            <a:chExt cx="5295824" cy="336401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95773" cy="3363976"/>
            </a:xfrm>
            <a:custGeom>
              <a:avLst/>
              <a:gdLst/>
              <a:ahLst/>
              <a:cxnLst/>
              <a:rect r="r" b="b" t="t" l="l"/>
              <a:pathLst>
                <a:path h="3363976" w="5295773">
                  <a:moveTo>
                    <a:pt x="0" y="0"/>
                  </a:moveTo>
                  <a:lnTo>
                    <a:pt x="5295773" y="0"/>
                  </a:lnTo>
                  <a:lnTo>
                    <a:pt x="5295773" y="3363976"/>
                  </a:lnTo>
                  <a:lnTo>
                    <a:pt x="0" y="3363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232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668"/>
            <a:ext cx="18288000" cy="1070038"/>
            <a:chOff x="0" y="0"/>
            <a:chExt cx="24384000" cy="14267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26718"/>
            </a:xfrm>
            <a:custGeom>
              <a:avLst/>
              <a:gdLst/>
              <a:ahLst/>
              <a:cxnLst/>
              <a:rect r="r" b="b" t="t" l="l"/>
              <a:pathLst>
                <a:path h="142671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663190" y="10082212"/>
            <a:ext cx="15624810" cy="204845"/>
            <a:chOff x="0" y="0"/>
            <a:chExt cx="20833080" cy="2731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833080" cy="273177"/>
            </a:xfrm>
            <a:custGeom>
              <a:avLst/>
              <a:gdLst/>
              <a:ahLst/>
              <a:cxnLst/>
              <a:rect r="r" b="b" t="t" l="l"/>
              <a:pathLst>
                <a:path h="273177" w="20833080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43238" y="10108759"/>
            <a:ext cx="15544724" cy="152705"/>
            <a:chOff x="0" y="0"/>
            <a:chExt cx="20726298" cy="2036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273" cy="203581"/>
            </a:xfrm>
            <a:custGeom>
              <a:avLst/>
              <a:gdLst/>
              <a:ahLst/>
              <a:cxnLst/>
              <a:rect r="r" b="b" t="t" l="l"/>
              <a:pathLst>
                <a:path h="203581" w="20726273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35745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02009" y="10002231"/>
            <a:ext cx="2254501" cy="32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77926" y="3334"/>
            <a:ext cx="4935598" cy="1027605"/>
            <a:chOff x="0" y="0"/>
            <a:chExt cx="6580797" cy="1370140"/>
          </a:xfrm>
        </p:grpSpPr>
        <p:sp>
          <p:nvSpPr>
            <p:cNvPr name="Freeform 10" id="10" descr="A black background with white text  Description automatically generated"/>
            <p:cNvSpPr/>
            <p:nvPr/>
          </p:nvSpPr>
          <p:spPr>
            <a:xfrm flipH="false" flipV="false" rot="0">
              <a:off x="0" y="0"/>
              <a:ext cx="6580759" cy="1370203"/>
            </a:xfrm>
            <a:custGeom>
              <a:avLst/>
              <a:gdLst/>
              <a:ahLst/>
              <a:cxnLst/>
              <a:rect r="r" b="b" t="t" l="l"/>
              <a:pathLst>
                <a:path h="1370203" w="6580759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1" t="0" r="-192" b="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041240" y="3406169"/>
            <a:ext cx="6480334" cy="765791"/>
            <a:chOff x="0" y="0"/>
            <a:chExt cx="8640445" cy="10210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640450" cy="1021050"/>
            </a:xfrm>
            <a:custGeom>
              <a:avLst/>
              <a:gdLst/>
              <a:ahLst/>
              <a:cxnLst/>
              <a:rect r="r" b="b" t="t" l="l"/>
              <a:pathLst>
                <a:path h="1021050" w="8640450">
                  <a:moveTo>
                    <a:pt x="0" y="0"/>
                  </a:moveTo>
                  <a:lnTo>
                    <a:pt x="8640450" y="0"/>
                  </a:lnTo>
                  <a:lnTo>
                    <a:pt x="8640450" y="1021050"/>
                  </a:lnTo>
                  <a:lnTo>
                    <a:pt x="0" y="10210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4888" r="0" b="-11488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57150"/>
              <a:ext cx="8640445" cy="96390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4800" spc="-29">
                  <a:solidFill>
                    <a:srgbClr val="0070C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TIMELINE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647809" y="5213166"/>
            <a:ext cx="884930" cy="442798"/>
            <a:chOff x="0" y="0"/>
            <a:chExt cx="1179906" cy="59039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9957" cy="590423"/>
            </a:xfrm>
            <a:custGeom>
              <a:avLst/>
              <a:gdLst/>
              <a:ahLst/>
              <a:cxnLst/>
              <a:rect r="r" b="b" t="t" l="l"/>
              <a:pathLst>
                <a:path h="590423" w="1179957">
                  <a:moveTo>
                    <a:pt x="0" y="0"/>
                  </a:moveTo>
                  <a:lnTo>
                    <a:pt x="990854" y="0"/>
                  </a:lnTo>
                  <a:lnTo>
                    <a:pt x="1179957" y="295148"/>
                  </a:lnTo>
                  <a:lnTo>
                    <a:pt x="990854" y="590423"/>
                  </a:lnTo>
                  <a:lnTo>
                    <a:pt x="0" y="590423"/>
                  </a:lnTo>
                  <a:close/>
                </a:path>
              </a:pathLst>
            </a:custGeom>
            <a:solidFill>
              <a:srgbClr val="E81F2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179906" cy="599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DEC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937940" y="5213166"/>
            <a:ext cx="884930" cy="442798"/>
            <a:chOff x="0" y="0"/>
            <a:chExt cx="1179906" cy="59039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79957" cy="590423"/>
            </a:xfrm>
            <a:custGeom>
              <a:avLst/>
              <a:gdLst/>
              <a:ahLst/>
              <a:cxnLst/>
              <a:rect r="r" b="b" t="t" l="l"/>
              <a:pathLst>
                <a:path h="590423" w="1179957">
                  <a:moveTo>
                    <a:pt x="0" y="0"/>
                  </a:moveTo>
                  <a:lnTo>
                    <a:pt x="990854" y="0"/>
                  </a:lnTo>
                  <a:lnTo>
                    <a:pt x="1179957" y="295148"/>
                  </a:lnTo>
                  <a:lnTo>
                    <a:pt x="990854" y="590423"/>
                  </a:lnTo>
                  <a:lnTo>
                    <a:pt x="0" y="590423"/>
                  </a:lnTo>
                  <a:close/>
                </a:path>
              </a:pathLst>
            </a:custGeom>
            <a:solidFill>
              <a:srgbClr val="E81F2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179906" cy="599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NOV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228070" y="5213166"/>
            <a:ext cx="884930" cy="442798"/>
            <a:chOff x="0" y="0"/>
            <a:chExt cx="1179906" cy="59039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79957" cy="590423"/>
            </a:xfrm>
            <a:custGeom>
              <a:avLst/>
              <a:gdLst/>
              <a:ahLst/>
              <a:cxnLst/>
              <a:rect r="r" b="b" t="t" l="l"/>
              <a:pathLst>
                <a:path h="590423" w="1179957">
                  <a:moveTo>
                    <a:pt x="0" y="0"/>
                  </a:moveTo>
                  <a:lnTo>
                    <a:pt x="990854" y="0"/>
                  </a:lnTo>
                  <a:lnTo>
                    <a:pt x="1179957" y="295148"/>
                  </a:lnTo>
                  <a:lnTo>
                    <a:pt x="990854" y="590423"/>
                  </a:lnTo>
                  <a:lnTo>
                    <a:pt x="0" y="590423"/>
                  </a:lnTo>
                  <a:close/>
                </a:path>
              </a:pathLst>
            </a:custGeom>
            <a:solidFill>
              <a:srgbClr val="E81F2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179906" cy="599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OCT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518200" y="5213166"/>
            <a:ext cx="884930" cy="442798"/>
            <a:chOff x="0" y="0"/>
            <a:chExt cx="1179906" cy="59039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79957" cy="590423"/>
            </a:xfrm>
            <a:custGeom>
              <a:avLst/>
              <a:gdLst/>
              <a:ahLst/>
              <a:cxnLst/>
              <a:rect r="r" b="b" t="t" l="l"/>
              <a:pathLst>
                <a:path h="590423" w="1179957">
                  <a:moveTo>
                    <a:pt x="0" y="0"/>
                  </a:moveTo>
                  <a:lnTo>
                    <a:pt x="990854" y="0"/>
                  </a:lnTo>
                  <a:lnTo>
                    <a:pt x="1179957" y="295148"/>
                  </a:lnTo>
                  <a:lnTo>
                    <a:pt x="990854" y="590423"/>
                  </a:lnTo>
                  <a:lnTo>
                    <a:pt x="0" y="590423"/>
                  </a:lnTo>
                  <a:close/>
                </a:path>
              </a:pathLst>
            </a:custGeom>
            <a:solidFill>
              <a:srgbClr val="4CC4EB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179906" cy="599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SEP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808321" y="5213166"/>
            <a:ext cx="884930" cy="442798"/>
            <a:chOff x="0" y="0"/>
            <a:chExt cx="1179906" cy="59039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79957" cy="590423"/>
            </a:xfrm>
            <a:custGeom>
              <a:avLst/>
              <a:gdLst/>
              <a:ahLst/>
              <a:cxnLst/>
              <a:rect r="r" b="b" t="t" l="l"/>
              <a:pathLst>
                <a:path h="590423" w="1179957">
                  <a:moveTo>
                    <a:pt x="0" y="0"/>
                  </a:moveTo>
                  <a:lnTo>
                    <a:pt x="990854" y="0"/>
                  </a:lnTo>
                  <a:lnTo>
                    <a:pt x="1179957" y="295148"/>
                  </a:lnTo>
                  <a:lnTo>
                    <a:pt x="990854" y="590423"/>
                  </a:lnTo>
                  <a:lnTo>
                    <a:pt x="0" y="590423"/>
                  </a:lnTo>
                  <a:close/>
                </a:path>
              </a:pathLst>
            </a:custGeom>
            <a:solidFill>
              <a:srgbClr val="4CC4EB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179906" cy="599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AUG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098451" y="5213166"/>
            <a:ext cx="884930" cy="442798"/>
            <a:chOff x="0" y="0"/>
            <a:chExt cx="1179906" cy="59039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79957" cy="590423"/>
            </a:xfrm>
            <a:custGeom>
              <a:avLst/>
              <a:gdLst/>
              <a:ahLst/>
              <a:cxnLst/>
              <a:rect r="r" b="b" t="t" l="l"/>
              <a:pathLst>
                <a:path h="590423" w="1179957">
                  <a:moveTo>
                    <a:pt x="0" y="0"/>
                  </a:moveTo>
                  <a:lnTo>
                    <a:pt x="990854" y="0"/>
                  </a:lnTo>
                  <a:lnTo>
                    <a:pt x="1179957" y="295148"/>
                  </a:lnTo>
                  <a:lnTo>
                    <a:pt x="990854" y="590423"/>
                  </a:lnTo>
                  <a:lnTo>
                    <a:pt x="0" y="590423"/>
                  </a:lnTo>
                  <a:close/>
                </a:path>
              </a:pathLst>
            </a:custGeom>
            <a:solidFill>
              <a:srgbClr val="4CC4EB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1179906" cy="599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JUL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388582" y="5213166"/>
            <a:ext cx="884930" cy="442798"/>
            <a:chOff x="0" y="0"/>
            <a:chExt cx="1179906" cy="59039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79957" cy="590423"/>
            </a:xfrm>
            <a:custGeom>
              <a:avLst/>
              <a:gdLst/>
              <a:ahLst/>
              <a:cxnLst/>
              <a:rect r="r" b="b" t="t" l="l"/>
              <a:pathLst>
                <a:path h="590423" w="1179957">
                  <a:moveTo>
                    <a:pt x="0" y="0"/>
                  </a:moveTo>
                  <a:lnTo>
                    <a:pt x="990854" y="0"/>
                  </a:lnTo>
                  <a:lnTo>
                    <a:pt x="1179957" y="295148"/>
                  </a:lnTo>
                  <a:lnTo>
                    <a:pt x="990854" y="590423"/>
                  </a:lnTo>
                  <a:lnTo>
                    <a:pt x="0" y="590423"/>
                  </a:lnTo>
                  <a:close/>
                </a:path>
              </a:pathLst>
            </a:custGeom>
            <a:solidFill>
              <a:srgbClr val="FFC00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179906" cy="599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JUN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678703" y="5213166"/>
            <a:ext cx="884930" cy="442798"/>
            <a:chOff x="0" y="0"/>
            <a:chExt cx="1179906" cy="59039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79957" cy="590423"/>
            </a:xfrm>
            <a:custGeom>
              <a:avLst/>
              <a:gdLst/>
              <a:ahLst/>
              <a:cxnLst/>
              <a:rect r="r" b="b" t="t" l="l"/>
              <a:pathLst>
                <a:path h="590423" w="1179957">
                  <a:moveTo>
                    <a:pt x="0" y="0"/>
                  </a:moveTo>
                  <a:lnTo>
                    <a:pt x="990854" y="0"/>
                  </a:lnTo>
                  <a:lnTo>
                    <a:pt x="1179957" y="295148"/>
                  </a:lnTo>
                  <a:lnTo>
                    <a:pt x="990854" y="590423"/>
                  </a:lnTo>
                  <a:lnTo>
                    <a:pt x="0" y="590423"/>
                  </a:lnTo>
                  <a:close/>
                </a:path>
              </a:pathLst>
            </a:custGeom>
            <a:solidFill>
              <a:srgbClr val="FFC00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179906" cy="599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MAY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968833" y="5213166"/>
            <a:ext cx="884930" cy="442798"/>
            <a:chOff x="0" y="0"/>
            <a:chExt cx="1179906" cy="59039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79957" cy="590423"/>
            </a:xfrm>
            <a:custGeom>
              <a:avLst/>
              <a:gdLst/>
              <a:ahLst/>
              <a:cxnLst/>
              <a:rect r="r" b="b" t="t" l="l"/>
              <a:pathLst>
                <a:path h="590423" w="1179957">
                  <a:moveTo>
                    <a:pt x="0" y="0"/>
                  </a:moveTo>
                  <a:lnTo>
                    <a:pt x="990854" y="0"/>
                  </a:lnTo>
                  <a:lnTo>
                    <a:pt x="1179957" y="295148"/>
                  </a:lnTo>
                  <a:lnTo>
                    <a:pt x="990854" y="590423"/>
                  </a:lnTo>
                  <a:lnTo>
                    <a:pt x="0" y="590423"/>
                  </a:lnTo>
                  <a:close/>
                </a:path>
              </a:pathLst>
            </a:custGeom>
            <a:solidFill>
              <a:srgbClr val="FFC000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1179906" cy="599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APR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258963" y="5213166"/>
            <a:ext cx="884930" cy="442798"/>
            <a:chOff x="0" y="0"/>
            <a:chExt cx="1179906" cy="59039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79957" cy="590423"/>
            </a:xfrm>
            <a:custGeom>
              <a:avLst/>
              <a:gdLst/>
              <a:ahLst/>
              <a:cxnLst/>
              <a:rect r="r" b="b" t="t" l="l"/>
              <a:pathLst>
                <a:path h="590423" w="1179957">
                  <a:moveTo>
                    <a:pt x="0" y="0"/>
                  </a:moveTo>
                  <a:lnTo>
                    <a:pt x="990854" y="0"/>
                  </a:lnTo>
                  <a:lnTo>
                    <a:pt x="1179957" y="295148"/>
                  </a:lnTo>
                  <a:lnTo>
                    <a:pt x="990854" y="590423"/>
                  </a:lnTo>
                  <a:lnTo>
                    <a:pt x="0" y="590423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1179906" cy="599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MAR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549084" y="5213166"/>
            <a:ext cx="884930" cy="442798"/>
            <a:chOff x="0" y="0"/>
            <a:chExt cx="1179906" cy="59039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79957" cy="590423"/>
            </a:xfrm>
            <a:custGeom>
              <a:avLst/>
              <a:gdLst/>
              <a:ahLst/>
              <a:cxnLst/>
              <a:rect r="r" b="b" t="t" l="l"/>
              <a:pathLst>
                <a:path h="590423" w="1179957">
                  <a:moveTo>
                    <a:pt x="0" y="0"/>
                  </a:moveTo>
                  <a:lnTo>
                    <a:pt x="990854" y="0"/>
                  </a:lnTo>
                  <a:lnTo>
                    <a:pt x="1179957" y="295148"/>
                  </a:lnTo>
                  <a:lnTo>
                    <a:pt x="990854" y="590423"/>
                  </a:lnTo>
                  <a:lnTo>
                    <a:pt x="0" y="590423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1179906" cy="599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FEB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839214" y="5213166"/>
            <a:ext cx="884930" cy="442798"/>
            <a:chOff x="0" y="0"/>
            <a:chExt cx="1179906" cy="59039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79957" cy="590423"/>
            </a:xfrm>
            <a:custGeom>
              <a:avLst/>
              <a:gdLst/>
              <a:ahLst/>
              <a:cxnLst/>
              <a:rect r="r" b="b" t="t" l="l"/>
              <a:pathLst>
                <a:path h="590423" w="1179957">
                  <a:moveTo>
                    <a:pt x="0" y="0"/>
                  </a:moveTo>
                  <a:lnTo>
                    <a:pt x="990854" y="0"/>
                  </a:lnTo>
                  <a:lnTo>
                    <a:pt x="1179957" y="295148"/>
                  </a:lnTo>
                  <a:lnTo>
                    <a:pt x="990854" y="590423"/>
                  </a:lnTo>
                  <a:lnTo>
                    <a:pt x="0" y="590423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1179906" cy="599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JAN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3880885" y="5213166"/>
            <a:ext cx="1160326" cy="442798"/>
            <a:chOff x="0" y="0"/>
            <a:chExt cx="1547101" cy="59039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47114" cy="590296"/>
            </a:xfrm>
            <a:custGeom>
              <a:avLst/>
              <a:gdLst/>
              <a:ahLst/>
              <a:cxnLst/>
              <a:rect r="r" b="b" t="t" l="l"/>
              <a:pathLst>
                <a:path h="590296" w="1547114">
                  <a:moveTo>
                    <a:pt x="0" y="0"/>
                  </a:moveTo>
                  <a:lnTo>
                    <a:pt x="1358011" y="0"/>
                  </a:lnTo>
                  <a:lnTo>
                    <a:pt x="1547114" y="295148"/>
                  </a:lnTo>
                  <a:lnTo>
                    <a:pt x="1358011" y="590296"/>
                  </a:lnTo>
                  <a:lnTo>
                    <a:pt x="0" y="590296"/>
                  </a:lnTo>
                  <a:close/>
                </a:path>
              </a:pathLst>
            </a:custGeom>
            <a:solidFill>
              <a:srgbClr val="E7E6E6"/>
            </a:solidFill>
          </p:spPr>
        </p:sp>
      </p:grpSp>
      <p:sp>
        <p:nvSpPr>
          <p:cNvPr name="AutoShape 52" id="52"/>
          <p:cNvSpPr/>
          <p:nvPr/>
        </p:nvSpPr>
        <p:spPr>
          <a:xfrm rot="5314620">
            <a:off x="4868380" y="4955591"/>
            <a:ext cx="575386" cy="0"/>
          </a:xfrm>
          <a:prstGeom prst="line">
            <a:avLst/>
          </a:prstGeom>
          <a:ln cap="rnd" w="9525">
            <a:solidFill>
              <a:srgbClr val="E7E6E6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53" id="53"/>
          <p:cNvGrpSpPr/>
          <p:nvPr/>
        </p:nvGrpSpPr>
        <p:grpSpPr>
          <a:xfrm rot="0">
            <a:off x="5111972" y="4055821"/>
            <a:ext cx="1343587" cy="600075"/>
            <a:chOff x="0" y="0"/>
            <a:chExt cx="1791449" cy="8001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791450" cy="800100"/>
            </a:xfrm>
            <a:custGeom>
              <a:avLst/>
              <a:gdLst/>
              <a:ahLst/>
              <a:cxnLst/>
              <a:rect r="r" b="b" t="t" l="l"/>
              <a:pathLst>
                <a:path h="800100" w="1791450">
                  <a:moveTo>
                    <a:pt x="0" y="0"/>
                  </a:moveTo>
                  <a:lnTo>
                    <a:pt x="1791450" y="0"/>
                  </a:lnTo>
                  <a:lnTo>
                    <a:pt x="1791450" y="800100"/>
                  </a:lnTo>
                  <a:lnTo>
                    <a:pt x="0" y="8001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303" t="0" r="-7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1791449" cy="8096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1215"/>
                </a:lnSpc>
              </a:pPr>
              <a:r>
                <a:rPr lang="en-US" sz="1012">
                  <a:solidFill>
                    <a:srgbClr val="354253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Blue is the colour of the clear sky and the deep sea</a:t>
              </a:r>
            </a:p>
          </p:txBody>
        </p:sp>
      </p:grpSp>
      <p:sp>
        <p:nvSpPr>
          <p:cNvPr name="AutoShape 56" id="56"/>
          <p:cNvSpPr/>
          <p:nvPr/>
        </p:nvSpPr>
        <p:spPr>
          <a:xfrm rot="5314620">
            <a:off x="6289281" y="4955591"/>
            <a:ext cx="575386" cy="0"/>
          </a:xfrm>
          <a:prstGeom prst="line">
            <a:avLst/>
          </a:prstGeom>
          <a:ln cap="rnd" w="9525">
            <a:solidFill>
              <a:srgbClr val="E7E6E6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57" id="57"/>
          <p:cNvGrpSpPr/>
          <p:nvPr/>
        </p:nvGrpSpPr>
        <p:grpSpPr>
          <a:xfrm rot="0">
            <a:off x="6534483" y="4055821"/>
            <a:ext cx="1343587" cy="600075"/>
            <a:chOff x="0" y="0"/>
            <a:chExt cx="1791449" cy="8001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791450" cy="800100"/>
            </a:xfrm>
            <a:custGeom>
              <a:avLst/>
              <a:gdLst/>
              <a:ahLst/>
              <a:cxnLst/>
              <a:rect r="r" b="b" t="t" l="l"/>
              <a:pathLst>
                <a:path h="800100" w="1791450">
                  <a:moveTo>
                    <a:pt x="0" y="0"/>
                  </a:moveTo>
                  <a:lnTo>
                    <a:pt x="1791450" y="0"/>
                  </a:lnTo>
                  <a:lnTo>
                    <a:pt x="1791450" y="800100"/>
                  </a:lnTo>
                  <a:lnTo>
                    <a:pt x="0" y="8001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303" t="0" r="-7303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1791449" cy="8096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1215"/>
                </a:lnSpc>
              </a:pPr>
              <a:r>
                <a:rPr lang="en-US" sz="1012">
                  <a:solidFill>
                    <a:srgbClr val="354253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Red is the colour of danger and courage</a:t>
              </a:r>
            </a:p>
          </p:txBody>
        </p:sp>
      </p:grpSp>
      <p:sp>
        <p:nvSpPr>
          <p:cNvPr name="AutoShape 60" id="60"/>
          <p:cNvSpPr/>
          <p:nvPr/>
        </p:nvSpPr>
        <p:spPr>
          <a:xfrm rot="5314620">
            <a:off x="7710173" y="4955591"/>
            <a:ext cx="575386" cy="0"/>
          </a:xfrm>
          <a:prstGeom prst="line">
            <a:avLst/>
          </a:prstGeom>
          <a:ln cap="rnd" w="9525">
            <a:solidFill>
              <a:srgbClr val="E7E6E6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61" id="61"/>
          <p:cNvGrpSpPr/>
          <p:nvPr/>
        </p:nvGrpSpPr>
        <p:grpSpPr>
          <a:xfrm rot="0">
            <a:off x="7956994" y="4055821"/>
            <a:ext cx="1343587" cy="600075"/>
            <a:chOff x="0" y="0"/>
            <a:chExt cx="1791449" cy="8001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791450" cy="800100"/>
            </a:xfrm>
            <a:custGeom>
              <a:avLst/>
              <a:gdLst/>
              <a:ahLst/>
              <a:cxnLst/>
              <a:rect r="r" b="b" t="t" l="l"/>
              <a:pathLst>
                <a:path h="800100" w="1791450">
                  <a:moveTo>
                    <a:pt x="0" y="0"/>
                  </a:moveTo>
                  <a:lnTo>
                    <a:pt x="1791450" y="0"/>
                  </a:lnTo>
                  <a:lnTo>
                    <a:pt x="1791450" y="800100"/>
                  </a:lnTo>
                  <a:lnTo>
                    <a:pt x="0" y="8001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303" t="0" r="-7303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1791449" cy="8096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1215"/>
                </a:lnSpc>
              </a:pPr>
              <a:r>
                <a:rPr lang="en-US" sz="1012">
                  <a:solidFill>
                    <a:srgbClr val="354253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Black is the color of ebony and of outer space</a:t>
              </a:r>
            </a:p>
          </p:txBody>
        </p:sp>
      </p:grpSp>
      <p:sp>
        <p:nvSpPr>
          <p:cNvPr name="AutoShape 64" id="64"/>
          <p:cNvSpPr/>
          <p:nvPr/>
        </p:nvSpPr>
        <p:spPr>
          <a:xfrm rot="5314620">
            <a:off x="9131065" y="4955591"/>
            <a:ext cx="575386" cy="0"/>
          </a:xfrm>
          <a:prstGeom prst="line">
            <a:avLst/>
          </a:prstGeom>
          <a:ln cap="rnd" w="9525">
            <a:solidFill>
              <a:srgbClr val="E7E6E6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65" id="65"/>
          <p:cNvGrpSpPr/>
          <p:nvPr/>
        </p:nvGrpSpPr>
        <p:grpSpPr>
          <a:xfrm rot="0">
            <a:off x="9379506" y="4055821"/>
            <a:ext cx="1343587" cy="600075"/>
            <a:chOff x="0" y="0"/>
            <a:chExt cx="1791449" cy="8001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791450" cy="800100"/>
            </a:xfrm>
            <a:custGeom>
              <a:avLst/>
              <a:gdLst/>
              <a:ahLst/>
              <a:cxnLst/>
              <a:rect r="r" b="b" t="t" l="l"/>
              <a:pathLst>
                <a:path h="800100" w="1791450">
                  <a:moveTo>
                    <a:pt x="0" y="0"/>
                  </a:moveTo>
                  <a:lnTo>
                    <a:pt x="1791450" y="0"/>
                  </a:lnTo>
                  <a:lnTo>
                    <a:pt x="1791450" y="800100"/>
                  </a:lnTo>
                  <a:lnTo>
                    <a:pt x="0" y="8001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303" t="0" r="-7303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1791449" cy="8096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1215"/>
                </a:lnSpc>
              </a:pPr>
              <a:r>
                <a:rPr lang="en-US" sz="1012">
                  <a:solidFill>
                    <a:srgbClr val="354253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Yellow is the color of gold, butter and ripe lemons</a:t>
              </a:r>
            </a:p>
          </p:txBody>
        </p:sp>
      </p:grpSp>
      <p:sp>
        <p:nvSpPr>
          <p:cNvPr name="AutoShape 68" id="68"/>
          <p:cNvSpPr/>
          <p:nvPr/>
        </p:nvSpPr>
        <p:spPr>
          <a:xfrm rot="5314620">
            <a:off x="10551957" y="4955591"/>
            <a:ext cx="575386" cy="0"/>
          </a:xfrm>
          <a:prstGeom prst="line">
            <a:avLst/>
          </a:prstGeom>
          <a:ln cap="rnd" w="9525">
            <a:solidFill>
              <a:srgbClr val="E7E6E6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69" id="69"/>
          <p:cNvGrpSpPr/>
          <p:nvPr/>
        </p:nvGrpSpPr>
        <p:grpSpPr>
          <a:xfrm rot="0">
            <a:off x="10802017" y="4055821"/>
            <a:ext cx="1343587" cy="600075"/>
            <a:chOff x="0" y="0"/>
            <a:chExt cx="1791449" cy="8001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791450" cy="800100"/>
            </a:xfrm>
            <a:custGeom>
              <a:avLst/>
              <a:gdLst/>
              <a:ahLst/>
              <a:cxnLst/>
              <a:rect r="r" b="b" t="t" l="l"/>
              <a:pathLst>
                <a:path h="800100" w="1791450">
                  <a:moveTo>
                    <a:pt x="0" y="0"/>
                  </a:moveTo>
                  <a:lnTo>
                    <a:pt x="1791450" y="0"/>
                  </a:lnTo>
                  <a:lnTo>
                    <a:pt x="1791450" y="800100"/>
                  </a:lnTo>
                  <a:lnTo>
                    <a:pt x="0" y="8001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303" t="0" r="-7303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1791449" cy="8096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1215"/>
                </a:lnSpc>
              </a:pPr>
              <a:r>
                <a:rPr lang="en-US" sz="1012">
                  <a:solidFill>
                    <a:srgbClr val="354253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White is the color of milk and fresh snow</a:t>
              </a:r>
            </a:p>
          </p:txBody>
        </p:sp>
      </p:grpSp>
      <p:sp>
        <p:nvSpPr>
          <p:cNvPr name="AutoShape 72" id="72"/>
          <p:cNvSpPr/>
          <p:nvPr/>
        </p:nvSpPr>
        <p:spPr>
          <a:xfrm rot="5314620">
            <a:off x="11972849" y="4955591"/>
            <a:ext cx="575386" cy="0"/>
          </a:xfrm>
          <a:prstGeom prst="line">
            <a:avLst/>
          </a:prstGeom>
          <a:ln cap="rnd" w="9525">
            <a:solidFill>
              <a:srgbClr val="E7E6E6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73" id="73"/>
          <p:cNvGrpSpPr/>
          <p:nvPr/>
        </p:nvGrpSpPr>
        <p:grpSpPr>
          <a:xfrm rot="0">
            <a:off x="12224537" y="4055821"/>
            <a:ext cx="1343587" cy="600075"/>
            <a:chOff x="0" y="0"/>
            <a:chExt cx="1791449" cy="8001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791450" cy="800100"/>
            </a:xfrm>
            <a:custGeom>
              <a:avLst/>
              <a:gdLst/>
              <a:ahLst/>
              <a:cxnLst/>
              <a:rect r="r" b="b" t="t" l="l"/>
              <a:pathLst>
                <a:path h="800100" w="1791450">
                  <a:moveTo>
                    <a:pt x="0" y="0"/>
                  </a:moveTo>
                  <a:lnTo>
                    <a:pt x="1791450" y="0"/>
                  </a:lnTo>
                  <a:lnTo>
                    <a:pt x="1791450" y="800100"/>
                  </a:lnTo>
                  <a:lnTo>
                    <a:pt x="0" y="8001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303" t="0" r="-7303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1791449" cy="8096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1215"/>
                </a:lnSpc>
              </a:pPr>
              <a:r>
                <a:rPr lang="en-US" sz="1012">
                  <a:solidFill>
                    <a:srgbClr val="354253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Blue is the colour of the clear sky and the deep sea</a:t>
              </a:r>
            </a:p>
          </p:txBody>
        </p:sp>
      </p:grpSp>
      <p:sp>
        <p:nvSpPr>
          <p:cNvPr name="AutoShape 76" id="76"/>
          <p:cNvSpPr/>
          <p:nvPr/>
        </p:nvSpPr>
        <p:spPr>
          <a:xfrm rot="5314620">
            <a:off x="5589746" y="5904014"/>
            <a:ext cx="575386" cy="0"/>
          </a:xfrm>
          <a:prstGeom prst="line">
            <a:avLst/>
          </a:prstGeom>
          <a:ln cap="rnd" w="9525">
            <a:solidFill>
              <a:srgbClr val="E7E6E6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77" id="77"/>
          <p:cNvSpPr txBox="true"/>
          <p:nvPr/>
        </p:nvSpPr>
        <p:spPr>
          <a:xfrm rot="0">
            <a:off x="5802011" y="6207366"/>
            <a:ext cx="1343587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"/>
              </a:lnSpc>
            </a:pPr>
            <a:r>
              <a:rPr lang="en-US" sz="1012">
                <a:solidFill>
                  <a:srgbClr val="35425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Yellow is the color of gold, butter and ripe lemons</a:t>
            </a:r>
          </a:p>
        </p:txBody>
      </p:sp>
      <p:sp>
        <p:nvSpPr>
          <p:cNvPr name="AutoShape 78" id="78"/>
          <p:cNvSpPr/>
          <p:nvPr/>
        </p:nvSpPr>
        <p:spPr>
          <a:xfrm rot="5314620">
            <a:off x="7010638" y="5904014"/>
            <a:ext cx="575386" cy="0"/>
          </a:xfrm>
          <a:prstGeom prst="line">
            <a:avLst/>
          </a:prstGeom>
          <a:ln cap="rnd" w="9525">
            <a:solidFill>
              <a:srgbClr val="E7E6E6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79" id="79"/>
          <p:cNvSpPr txBox="true"/>
          <p:nvPr/>
        </p:nvSpPr>
        <p:spPr>
          <a:xfrm rot="0">
            <a:off x="7232761" y="6207366"/>
            <a:ext cx="1343587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"/>
              </a:lnSpc>
            </a:pPr>
            <a:r>
              <a:rPr lang="en-US" sz="1012">
                <a:solidFill>
                  <a:srgbClr val="35425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White is the color of milk and fresh snow</a:t>
            </a:r>
          </a:p>
        </p:txBody>
      </p:sp>
      <p:sp>
        <p:nvSpPr>
          <p:cNvPr name="AutoShape 80" id="80"/>
          <p:cNvSpPr/>
          <p:nvPr/>
        </p:nvSpPr>
        <p:spPr>
          <a:xfrm rot="5314620">
            <a:off x="8431530" y="5904014"/>
            <a:ext cx="575386" cy="0"/>
          </a:xfrm>
          <a:prstGeom prst="line">
            <a:avLst/>
          </a:prstGeom>
          <a:ln cap="rnd" w="9525">
            <a:solidFill>
              <a:srgbClr val="E7E6E6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81" id="81"/>
          <p:cNvSpPr txBox="true"/>
          <p:nvPr/>
        </p:nvSpPr>
        <p:spPr>
          <a:xfrm rot="0">
            <a:off x="8663502" y="6207366"/>
            <a:ext cx="1343587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"/>
              </a:lnSpc>
            </a:pPr>
            <a:r>
              <a:rPr lang="en-US" sz="1012">
                <a:solidFill>
                  <a:srgbClr val="35425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Blue is the colour of the clear sky and the deep sea</a:t>
            </a:r>
          </a:p>
        </p:txBody>
      </p:sp>
      <p:sp>
        <p:nvSpPr>
          <p:cNvPr name="AutoShape 82" id="82"/>
          <p:cNvSpPr/>
          <p:nvPr/>
        </p:nvSpPr>
        <p:spPr>
          <a:xfrm rot="5314620">
            <a:off x="9852422" y="5904014"/>
            <a:ext cx="575386" cy="0"/>
          </a:xfrm>
          <a:prstGeom prst="line">
            <a:avLst/>
          </a:prstGeom>
          <a:ln cap="rnd" w="9525">
            <a:solidFill>
              <a:srgbClr val="E7E6E6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83" id="83"/>
          <p:cNvSpPr txBox="true"/>
          <p:nvPr/>
        </p:nvSpPr>
        <p:spPr>
          <a:xfrm rot="0">
            <a:off x="10094243" y="6207366"/>
            <a:ext cx="1343587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"/>
              </a:lnSpc>
            </a:pPr>
            <a:r>
              <a:rPr lang="en-US" sz="1012">
                <a:solidFill>
                  <a:srgbClr val="35425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Red is the colour of danger and courage</a:t>
            </a:r>
          </a:p>
        </p:txBody>
      </p:sp>
      <p:sp>
        <p:nvSpPr>
          <p:cNvPr name="AutoShape 84" id="84"/>
          <p:cNvSpPr/>
          <p:nvPr/>
        </p:nvSpPr>
        <p:spPr>
          <a:xfrm rot="5314620">
            <a:off x="11273314" y="5904014"/>
            <a:ext cx="575386" cy="0"/>
          </a:xfrm>
          <a:prstGeom prst="line">
            <a:avLst/>
          </a:prstGeom>
          <a:ln cap="rnd" w="9525">
            <a:solidFill>
              <a:srgbClr val="E7E6E6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85" id="85"/>
          <p:cNvSpPr txBox="true"/>
          <p:nvPr/>
        </p:nvSpPr>
        <p:spPr>
          <a:xfrm rot="0">
            <a:off x="11524993" y="6207366"/>
            <a:ext cx="1343587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"/>
              </a:lnSpc>
            </a:pPr>
            <a:r>
              <a:rPr lang="en-US" sz="1012">
                <a:solidFill>
                  <a:srgbClr val="35425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Black is the color of ebony and of outer space</a:t>
            </a:r>
          </a:p>
        </p:txBody>
      </p:sp>
      <p:sp>
        <p:nvSpPr>
          <p:cNvPr name="AutoShape 86" id="86"/>
          <p:cNvSpPr/>
          <p:nvPr/>
        </p:nvSpPr>
        <p:spPr>
          <a:xfrm rot="5314620">
            <a:off x="12694206" y="5904014"/>
            <a:ext cx="575386" cy="0"/>
          </a:xfrm>
          <a:prstGeom prst="line">
            <a:avLst/>
          </a:prstGeom>
          <a:ln cap="rnd" w="9525">
            <a:solidFill>
              <a:srgbClr val="E7E6E6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87" id="87"/>
          <p:cNvSpPr txBox="true"/>
          <p:nvPr/>
        </p:nvSpPr>
        <p:spPr>
          <a:xfrm rot="0">
            <a:off x="12941265" y="6207366"/>
            <a:ext cx="111273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"/>
              </a:lnSpc>
            </a:pPr>
            <a:r>
              <a:rPr lang="en-US" sz="1012">
                <a:solidFill>
                  <a:srgbClr val="35425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Yellow is the color of gold, butter and ripe lemons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668"/>
            <a:ext cx="18288000" cy="1070038"/>
            <a:chOff x="0" y="0"/>
            <a:chExt cx="24384000" cy="14267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26718"/>
            </a:xfrm>
            <a:custGeom>
              <a:avLst/>
              <a:gdLst/>
              <a:ahLst/>
              <a:cxnLst/>
              <a:rect r="r" b="b" t="t" l="l"/>
              <a:pathLst>
                <a:path h="142671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663190" y="10082212"/>
            <a:ext cx="15624810" cy="204845"/>
            <a:chOff x="0" y="0"/>
            <a:chExt cx="20833080" cy="2731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833080" cy="273177"/>
            </a:xfrm>
            <a:custGeom>
              <a:avLst/>
              <a:gdLst/>
              <a:ahLst/>
              <a:cxnLst/>
              <a:rect r="r" b="b" t="t" l="l"/>
              <a:pathLst>
                <a:path h="273177" w="20833080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43238" y="10108759"/>
            <a:ext cx="15544724" cy="152705"/>
            <a:chOff x="0" y="0"/>
            <a:chExt cx="20726298" cy="2036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273" cy="203581"/>
            </a:xfrm>
            <a:custGeom>
              <a:avLst/>
              <a:gdLst/>
              <a:ahLst/>
              <a:cxnLst/>
              <a:rect r="r" b="b" t="t" l="l"/>
              <a:pathLst>
                <a:path h="203581" w="20726273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35745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02009" y="10002231"/>
            <a:ext cx="2254501" cy="32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77926" y="3334"/>
            <a:ext cx="4935598" cy="1027605"/>
            <a:chOff x="0" y="0"/>
            <a:chExt cx="6580797" cy="1370140"/>
          </a:xfrm>
        </p:grpSpPr>
        <p:sp>
          <p:nvSpPr>
            <p:cNvPr name="Freeform 10" id="10" descr="A black background with white text  Description automatically generated"/>
            <p:cNvSpPr/>
            <p:nvPr/>
          </p:nvSpPr>
          <p:spPr>
            <a:xfrm flipH="false" flipV="false" rot="0">
              <a:off x="0" y="0"/>
              <a:ext cx="6580759" cy="1370203"/>
            </a:xfrm>
            <a:custGeom>
              <a:avLst/>
              <a:gdLst/>
              <a:ahLst/>
              <a:cxnLst/>
              <a:rect r="r" b="b" t="t" l="l"/>
              <a:pathLst>
                <a:path h="1370203" w="6580759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1" t="0" r="-192" b="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073139" y="3278572"/>
            <a:ext cx="6480334" cy="765791"/>
            <a:chOff x="0" y="0"/>
            <a:chExt cx="8640445" cy="10210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640450" cy="1021050"/>
            </a:xfrm>
            <a:custGeom>
              <a:avLst/>
              <a:gdLst/>
              <a:ahLst/>
              <a:cxnLst/>
              <a:rect r="r" b="b" t="t" l="l"/>
              <a:pathLst>
                <a:path h="1021050" w="8640450">
                  <a:moveTo>
                    <a:pt x="0" y="0"/>
                  </a:moveTo>
                  <a:lnTo>
                    <a:pt x="8640450" y="0"/>
                  </a:lnTo>
                  <a:lnTo>
                    <a:pt x="8640450" y="1021050"/>
                  </a:lnTo>
                  <a:lnTo>
                    <a:pt x="0" y="10210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4888" r="0" b="-11488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57150"/>
              <a:ext cx="8640445" cy="96390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4800" spc="-29">
                  <a:solidFill>
                    <a:srgbClr val="0070C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ROADMAP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741334" y="4909718"/>
            <a:ext cx="10629900" cy="1480318"/>
          </a:xfrm>
          <a:custGeom>
            <a:avLst/>
            <a:gdLst/>
            <a:ahLst/>
            <a:cxnLst/>
            <a:rect r="r" b="b" t="t" l="l"/>
            <a:pathLst>
              <a:path h="1480318" w="10629900">
                <a:moveTo>
                  <a:pt x="0" y="0"/>
                </a:moveTo>
                <a:lnTo>
                  <a:pt x="10629900" y="0"/>
                </a:lnTo>
                <a:lnTo>
                  <a:pt x="10629900" y="1480319"/>
                </a:lnTo>
                <a:lnTo>
                  <a:pt x="0" y="14803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898497" y="5066881"/>
            <a:ext cx="10315575" cy="1165993"/>
          </a:xfrm>
          <a:custGeom>
            <a:avLst/>
            <a:gdLst/>
            <a:ahLst/>
            <a:cxnLst/>
            <a:rect r="r" b="b" t="t" l="l"/>
            <a:pathLst>
              <a:path h="1165993" w="10315575">
                <a:moveTo>
                  <a:pt x="0" y="0"/>
                </a:moveTo>
                <a:lnTo>
                  <a:pt x="10315575" y="0"/>
                </a:lnTo>
                <a:lnTo>
                  <a:pt x="10315575" y="1165993"/>
                </a:lnTo>
                <a:lnTo>
                  <a:pt x="0" y="11659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8100000">
            <a:off x="6000407" y="4408075"/>
            <a:ext cx="376590" cy="376590"/>
            <a:chOff x="0" y="0"/>
            <a:chExt cx="502120" cy="5021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2158" cy="502158"/>
            </a:xfrm>
            <a:custGeom>
              <a:avLst/>
              <a:gdLst/>
              <a:ahLst/>
              <a:cxnLst/>
              <a:rect r="r" b="b" t="t" l="l"/>
              <a:pathLst>
                <a:path h="502158" w="502158">
                  <a:moveTo>
                    <a:pt x="0" y="251079"/>
                  </a:moveTo>
                  <a:cubicBezTo>
                    <a:pt x="0" y="112395"/>
                    <a:pt x="112395" y="0"/>
                    <a:pt x="251079" y="0"/>
                  </a:cubicBezTo>
                  <a:cubicBezTo>
                    <a:pt x="334772" y="0"/>
                    <a:pt x="418465" y="0"/>
                    <a:pt x="502158" y="0"/>
                  </a:cubicBezTo>
                  <a:cubicBezTo>
                    <a:pt x="502158" y="83693"/>
                    <a:pt x="502158" y="167386"/>
                    <a:pt x="502158" y="251079"/>
                  </a:cubicBezTo>
                  <a:cubicBezTo>
                    <a:pt x="502158" y="389763"/>
                    <a:pt x="389763" y="502158"/>
                    <a:pt x="251079" y="502158"/>
                  </a:cubicBezTo>
                  <a:cubicBezTo>
                    <a:pt x="112395" y="502158"/>
                    <a:pt x="0" y="389763"/>
                    <a:pt x="0" y="251079"/>
                  </a:cubicBezTo>
                  <a:close/>
                </a:path>
              </a:pathLst>
            </a:custGeom>
            <a:solidFill>
              <a:srgbClr val="044F9E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113269" y="4513564"/>
            <a:ext cx="150866" cy="150866"/>
            <a:chOff x="0" y="0"/>
            <a:chExt cx="201155" cy="20115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01155" cy="21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10"/>
                </a:lnSpc>
              </a:pPr>
              <a:r>
                <a:rPr lang="en-US" sz="675">
                  <a:solidFill>
                    <a:srgbClr val="354253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8100000">
            <a:off x="8281988" y="4408075"/>
            <a:ext cx="376590" cy="376590"/>
            <a:chOff x="0" y="0"/>
            <a:chExt cx="502120" cy="5021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2158" cy="502158"/>
            </a:xfrm>
            <a:custGeom>
              <a:avLst/>
              <a:gdLst/>
              <a:ahLst/>
              <a:cxnLst/>
              <a:rect r="r" b="b" t="t" l="l"/>
              <a:pathLst>
                <a:path h="502158" w="502158">
                  <a:moveTo>
                    <a:pt x="0" y="251079"/>
                  </a:moveTo>
                  <a:cubicBezTo>
                    <a:pt x="0" y="112395"/>
                    <a:pt x="112395" y="0"/>
                    <a:pt x="251079" y="0"/>
                  </a:cubicBezTo>
                  <a:cubicBezTo>
                    <a:pt x="334772" y="0"/>
                    <a:pt x="418465" y="0"/>
                    <a:pt x="502158" y="0"/>
                  </a:cubicBezTo>
                  <a:cubicBezTo>
                    <a:pt x="502158" y="83693"/>
                    <a:pt x="502158" y="167386"/>
                    <a:pt x="502158" y="251079"/>
                  </a:cubicBezTo>
                  <a:cubicBezTo>
                    <a:pt x="502158" y="389763"/>
                    <a:pt x="389763" y="502158"/>
                    <a:pt x="251079" y="502158"/>
                  </a:cubicBezTo>
                  <a:cubicBezTo>
                    <a:pt x="112395" y="502158"/>
                    <a:pt x="0" y="389763"/>
                    <a:pt x="0" y="251079"/>
                  </a:cubicBezTo>
                  <a:close/>
                </a:path>
              </a:pathLst>
            </a:custGeom>
            <a:solidFill>
              <a:srgbClr val="4CC4E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394859" y="4513564"/>
            <a:ext cx="150866" cy="150866"/>
            <a:chOff x="0" y="0"/>
            <a:chExt cx="201155" cy="20115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201155" cy="21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10"/>
                </a:lnSpc>
              </a:pPr>
              <a:r>
                <a:rPr lang="en-US" sz="675">
                  <a:solidFill>
                    <a:srgbClr val="354253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8100000">
            <a:off x="10563577" y="4408075"/>
            <a:ext cx="376590" cy="376590"/>
            <a:chOff x="0" y="0"/>
            <a:chExt cx="502120" cy="5021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02158" cy="502158"/>
            </a:xfrm>
            <a:custGeom>
              <a:avLst/>
              <a:gdLst/>
              <a:ahLst/>
              <a:cxnLst/>
              <a:rect r="r" b="b" t="t" l="l"/>
              <a:pathLst>
                <a:path h="502158" w="502158">
                  <a:moveTo>
                    <a:pt x="0" y="251079"/>
                  </a:moveTo>
                  <a:cubicBezTo>
                    <a:pt x="0" y="112395"/>
                    <a:pt x="112395" y="0"/>
                    <a:pt x="251079" y="0"/>
                  </a:cubicBezTo>
                  <a:cubicBezTo>
                    <a:pt x="334772" y="0"/>
                    <a:pt x="418465" y="0"/>
                    <a:pt x="502158" y="0"/>
                  </a:cubicBezTo>
                  <a:cubicBezTo>
                    <a:pt x="502158" y="83693"/>
                    <a:pt x="502158" y="167386"/>
                    <a:pt x="502158" y="251079"/>
                  </a:cubicBezTo>
                  <a:cubicBezTo>
                    <a:pt x="502158" y="389763"/>
                    <a:pt x="389763" y="502158"/>
                    <a:pt x="251079" y="502158"/>
                  </a:cubicBezTo>
                  <a:cubicBezTo>
                    <a:pt x="112395" y="502158"/>
                    <a:pt x="0" y="389763"/>
                    <a:pt x="0" y="251079"/>
                  </a:cubicBezTo>
                  <a:close/>
                </a:path>
              </a:pathLst>
            </a:custGeom>
            <a:solidFill>
              <a:srgbClr val="FEC01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676439" y="4513564"/>
            <a:ext cx="150866" cy="150866"/>
            <a:chOff x="0" y="0"/>
            <a:chExt cx="201155" cy="20115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201155" cy="21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10"/>
                </a:lnSpc>
              </a:pPr>
              <a:r>
                <a:rPr lang="en-US" sz="675">
                  <a:solidFill>
                    <a:srgbClr val="354253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5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-2700000">
            <a:off x="11731695" y="6515090"/>
            <a:ext cx="376590" cy="376590"/>
            <a:chOff x="0" y="0"/>
            <a:chExt cx="502120" cy="5021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02158" cy="502158"/>
            </a:xfrm>
            <a:custGeom>
              <a:avLst/>
              <a:gdLst/>
              <a:ahLst/>
              <a:cxnLst/>
              <a:rect r="r" b="b" t="t" l="l"/>
              <a:pathLst>
                <a:path h="502158" w="502158">
                  <a:moveTo>
                    <a:pt x="0" y="251079"/>
                  </a:moveTo>
                  <a:cubicBezTo>
                    <a:pt x="0" y="112395"/>
                    <a:pt x="112395" y="0"/>
                    <a:pt x="251079" y="0"/>
                  </a:cubicBezTo>
                  <a:cubicBezTo>
                    <a:pt x="334772" y="0"/>
                    <a:pt x="418465" y="0"/>
                    <a:pt x="502158" y="0"/>
                  </a:cubicBezTo>
                  <a:cubicBezTo>
                    <a:pt x="502158" y="83693"/>
                    <a:pt x="502158" y="167386"/>
                    <a:pt x="502158" y="251079"/>
                  </a:cubicBezTo>
                  <a:cubicBezTo>
                    <a:pt x="502158" y="389763"/>
                    <a:pt x="389763" y="502158"/>
                    <a:pt x="251079" y="502158"/>
                  </a:cubicBezTo>
                  <a:cubicBezTo>
                    <a:pt x="112395" y="502158"/>
                    <a:pt x="0" y="389763"/>
                    <a:pt x="0" y="251079"/>
                  </a:cubicBezTo>
                  <a:close/>
                </a:path>
              </a:pathLst>
            </a:custGeom>
            <a:solidFill>
              <a:srgbClr val="DBD014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844557" y="6635325"/>
            <a:ext cx="150866" cy="150866"/>
            <a:chOff x="0" y="0"/>
            <a:chExt cx="201155" cy="20115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201168" y="100584"/>
                  </a:moveTo>
                  <a:cubicBezTo>
                    <a:pt x="201168" y="45085"/>
                    <a:pt x="156083" y="0"/>
                    <a:pt x="100584" y="0"/>
                  </a:cubicBezTo>
                  <a:cubicBezTo>
                    <a:pt x="45085" y="0"/>
                    <a:pt x="0" y="45085"/>
                    <a:pt x="0" y="100584"/>
                  </a:cubicBezTo>
                  <a:cubicBezTo>
                    <a:pt x="0" y="156083"/>
                    <a:pt x="45085" y="201168"/>
                    <a:pt x="100584" y="201168"/>
                  </a:cubicBezTo>
                  <a:cubicBezTo>
                    <a:pt x="156083" y="201168"/>
                    <a:pt x="201168" y="156083"/>
                    <a:pt x="201168" y="1005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201155" cy="21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10"/>
                </a:lnSpc>
              </a:pPr>
              <a:r>
                <a:rPr lang="en-US" sz="675">
                  <a:solidFill>
                    <a:srgbClr val="354253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6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-2700000">
            <a:off x="9450105" y="6515090"/>
            <a:ext cx="376590" cy="376590"/>
            <a:chOff x="0" y="0"/>
            <a:chExt cx="502120" cy="5021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02158" cy="502158"/>
            </a:xfrm>
            <a:custGeom>
              <a:avLst/>
              <a:gdLst/>
              <a:ahLst/>
              <a:cxnLst/>
              <a:rect r="r" b="b" t="t" l="l"/>
              <a:pathLst>
                <a:path h="502158" w="502158">
                  <a:moveTo>
                    <a:pt x="0" y="251079"/>
                  </a:moveTo>
                  <a:cubicBezTo>
                    <a:pt x="0" y="112395"/>
                    <a:pt x="112395" y="0"/>
                    <a:pt x="251079" y="0"/>
                  </a:cubicBezTo>
                  <a:cubicBezTo>
                    <a:pt x="334772" y="0"/>
                    <a:pt x="418465" y="0"/>
                    <a:pt x="502158" y="0"/>
                  </a:cubicBezTo>
                  <a:cubicBezTo>
                    <a:pt x="502158" y="83693"/>
                    <a:pt x="502158" y="167386"/>
                    <a:pt x="502158" y="251079"/>
                  </a:cubicBezTo>
                  <a:cubicBezTo>
                    <a:pt x="502158" y="389763"/>
                    <a:pt x="389763" y="502158"/>
                    <a:pt x="251079" y="502158"/>
                  </a:cubicBezTo>
                  <a:cubicBezTo>
                    <a:pt x="112395" y="502158"/>
                    <a:pt x="0" y="389763"/>
                    <a:pt x="0" y="251079"/>
                  </a:cubicBezTo>
                  <a:close/>
                </a:path>
              </a:pathLst>
            </a:custGeom>
            <a:solidFill>
              <a:srgbClr val="E81F2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562967" y="6635325"/>
            <a:ext cx="150866" cy="150866"/>
            <a:chOff x="0" y="0"/>
            <a:chExt cx="201155" cy="20115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201168" y="100584"/>
                  </a:moveTo>
                  <a:cubicBezTo>
                    <a:pt x="201168" y="45085"/>
                    <a:pt x="156083" y="0"/>
                    <a:pt x="100584" y="0"/>
                  </a:cubicBezTo>
                  <a:cubicBezTo>
                    <a:pt x="45085" y="0"/>
                    <a:pt x="0" y="45085"/>
                    <a:pt x="0" y="100584"/>
                  </a:cubicBezTo>
                  <a:cubicBezTo>
                    <a:pt x="0" y="156083"/>
                    <a:pt x="45085" y="201168"/>
                    <a:pt x="100584" y="201168"/>
                  </a:cubicBezTo>
                  <a:cubicBezTo>
                    <a:pt x="156083" y="201168"/>
                    <a:pt x="201168" y="156083"/>
                    <a:pt x="201168" y="1005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201155" cy="21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10"/>
                </a:lnSpc>
              </a:pPr>
              <a:r>
                <a:rPr lang="en-US" sz="675">
                  <a:solidFill>
                    <a:srgbClr val="354253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4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-2700000">
            <a:off x="7168525" y="6515090"/>
            <a:ext cx="376590" cy="376590"/>
            <a:chOff x="0" y="0"/>
            <a:chExt cx="502120" cy="5021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02158" cy="502158"/>
            </a:xfrm>
            <a:custGeom>
              <a:avLst/>
              <a:gdLst/>
              <a:ahLst/>
              <a:cxnLst/>
              <a:rect r="r" b="b" t="t" l="l"/>
              <a:pathLst>
                <a:path h="502158" w="502158">
                  <a:moveTo>
                    <a:pt x="0" y="251079"/>
                  </a:moveTo>
                  <a:cubicBezTo>
                    <a:pt x="0" y="112395"/>
                    <a:pt x="112395" y="0"/>
                    <a:pt x="251079" y="0"/>
                  </a:cubicBezTo>
                  <a:cubicBezTo>
                    <a:pt x="334772" y="0"/>
                    <a:pt x="418465" y="0"/>
                    <a:pt x="502158" y="0"/>
                  </a:cubicBezTo>
                  <a:cubicBezTo>
                    <a:pt x="502158" y="83693"/>
                    <a:pt x="502158" y="167386"/>
                    <a:pt x="502158" y="251079"/>
                  </a:cubicBezTo>
                  <a:cubicBezTo>
                    <a:pt x="502158" y="389763"/>
                    <a:pt x="389763" y="502158"/>
                    <a:pt x="251079" y="502158"/>
                  </a:cubicBezTo>
                  <a:cubicBezTo>
                    <a:pt x="112395" y="502158"/>
                    <a:pt x="0" y="389763"/>
                    <a:pt x="0" y="251079"/>
                  </a:cubicBez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81386" y="6635325"/>
            <a:ext cx="150866" cy="150866"/>
            <a:chOff x="0" y="0"/>
            <a:chExt cx="201155" cy="20115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201168" y="100584"/>
                  </a:moveTo>
                  <a:cubicBezTo>
                    <a:pt x="201168" y="45085"/>
                    <a:pt x="156083" y="0"/>
                    <a:pt x="100584" y="0"/>
                  </a:cubicBezTo>
                  <a:cubicBezTo>
                    <a:pt x="45085" y="0"/>
                    <a:pt x="0" y="45085"/>
                    <a:pt x="0" y="100584"/>
                  </a:cubicBezTo>
                  <a:cubicBezTo>
                    <a:pt x="0" y="156083"/>
                    <a:pt x="45085" y="201168"/>
                    <a:pt x="100584" y="201168"/>
                  </a:cubicBezTo>
                  <a:cubicBezTo>
                    <a:pt x="156083" y="201168"/>
                    <a:pt x="201168" y="156083"/>
                    <a:pt x="201168" y="1005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201155" cy="21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10"/>
                </a:lnSpc>
              </a:pPr>
              <a:r>
                <a:rPr lang="en-US" sz="675">
                  <a:solidFill>
                    <a:srgbClr val="354253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2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465112" y="3714369"/>
            <a:ext cx="1447200" cy="600075"/>
            <a:chOff x="0" y="0"/>
            <a:chExt cx="1929600" cy="8001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929600" cy="800100"/>
            </a:xfrm>
            <a:custGeom>
              <a:avLst/>
              <a:gdLst/>
              <a:ahLst/>
              <a:cxnLst/>
              <a:rect r="r" b="b" t="t" l="l"/>
              <a:pathLst>
                <a:path h="800100" w="1929600">
                  <a:moveTo>
                    <a:pt x="0" y="0"/>
                  </a:moveTo>
                  <a:lnTo>
                    <a:pt x="1929600" y="0"/>
                  </a:lnTo>
                  <a:lnTo>
                    <a:pt x="1929600" y="800100"/>
                  </a:lnTo>
                  <a:lnTo>
                    <a:pt x="0" y="8001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200" t="0" r="-3200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1929600" cy="8096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215"/>
                </a:lnSpc>
              </a:pPr>
              <a:r>
                <a:rPr lang="en-US" sz="1012">
                  <a:solidFill>
                    <a:srgbClr val="354253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Blue is the colour of the clear sky and the deep sea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712135" y="3714369"/>
            <a:ext cx="1447200" cy="600075"/>
            <a:chOff x="0" y="0"/>
            <a:chExt cx="1929600" cy="8001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929600" cy="800100"/>
            </a:xfrm>
            <a:custGeom>
              <a:avLst/>
              <a:gdLst/>
              <a:ahLst/>
              <a:cxnLst/>
              <a:rect r="r" b="b" t="t" l="l"/>
              <a:pathLst>
                <a:path h="800100" w="1929600">
                  <a:moveTo>
                    <a:pt x="0" y="0"/>
                  </a:moveTo>
                  <a:lnTo>
                    <a:pt x="1929600" y="0"/>
                  </a:lnTo>
                  <a:lnTo>
                    <a:pt x="1929600" y="800100"/>
                  </a:lnTo>
                  <a:lnTo>
                    <a:pt x="0" y="8001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200" t="0" r="-3200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1929600" cy="8096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215"/>
                </a:lnSpc>
              </a:pPr>
              <a:r>
                <a:rPr lang="en-US" sz="1012">
                  <a:solidFill>
                    <a:srgbClr val="354253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Red is the colour of danger and courage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028291" y="3714369"/>
            <a:ext cx="1447200" cy="600075"/>
            <a:chOff x="0" y="0"/>
            <a:chExt cx="1929600" cy="8001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929600" cy="800100"/>
            </a:xfrm>
            <a:custGeom>
              <a:avLst/>
              <a:gdLst/>
              <a:ahLst/>
              <a:cxnLst/>
              <a:rect r="r" b="b" t="t" l="l"/>
              <a:pathLst>
                <a:path h="800100" w="1929600">
                  <a:moveTo>
                    <a:pt x="0" y="0"/>
                  </a:moveTo>
                  <a:lnTo>
                    <a:pt x="1929600" y="0"/>
                  </a:lnTo>
                  <a:lnTo>
                    <a:pt x="1929600" y="800100"/>
                  </a:lnTo>
                  <a:lnTo>
                    <a:pt x="0" y="8001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200" t="0" r="-3200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1929600" cy="8096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215"/>
                </a:lnSpc>
              </a:pPr>
              <a:r>
                <a:rPr lang="en-US" sz="1012">
                  <a:solidFill>
                    <a:srgbClr val="354253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Black is the color of ebony and of outer space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668"/>
            <a:ext cx="18288000" cy="1070038"/>
            <a:chOff x="0" y="0"/>
            <a:chExt cx="24384000" cy="14267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26718"/>
            </a:xfrm>
            <a:custGeom>
              <a:avLst/>
              <a:gdLst/>
              <a:ahLst/>
              <a:cxnLst/>
              <a:rect r="r" b="b" t="t" l="l"/>
              <a:pathLst>
                <a:path h="142671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7926" y="3334"/>
            <a:ext cx="4935598" cy="1027605"/>
            <a:chOff x="0" y="0"/>
            <a:chExt cx="6580797" cy="1370140"/>
          </a:xfrm>
        </p:grpSpPr>
        <p:sp>
          <p:nvSpPr>
            <p:cNvPr name="Freeform 5" id="5" descr="A black background with white text  Description automatically generated"/>
            <p:cNvSpPr/>
            <p:nvPr/>
          </p:nvSpPr>
          <p:spPr>
            <a:xfrm flipH="false" flipV="false" rot="0">
              <a:off x="0" y="0"/>
              <a:ext cx="6580759" cy="1370203"/>
            </a:xfrm>
            <a:custGeom>
              <a:avLst/>
              <a:gdLst/>
              <a:ahLst/>
              <a:cxnLst/>
              <a:rect r="r" b="b" t="t" l="l"/>
              <a:pathLst>
                <a:path h="1370203" w="6580759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1" t="0" r="-192" b="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63190" y="10082212"/>
            <a:ext cx="15624810" cy="204845"/>
            <a:chOff x="0" y="0"/>
            <a:chExt cx="20833080" cy="2731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833080" cy="273177"/>
            </a:xfrm>
            <a:custGeom>
              <a:avLst/>
              <a:gdLst/>
              <a:ahLst/>
              <a:cxnLst/>
              <a:rect r="r" b="b" t="t" l="l"/>
              <a:pathLst>
                <a:path h="273177" w="20833080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743238" y="10108759"/>
            <a:ext cx="15544724" cy="152705"/>
            <a:chOff x="0" y="0"/>
            <a:chExt cx="20726298" cy="2036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726273" cy="203581"/>
            </a:xfrm>
            <a:custGeom>
              <a:avLst/>
              <a:gdLst/>
              <a:ahLst/>
              <a:cxnLst/>
              <a:rect r="r" b="b" t="t" l="l"/>
              <a:pathLst>
                <a:path h="203581" w="20726273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35745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02009" y="10002231"/>
            <a:ext cx="2254501" cy="32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658468" y="2844594"/>
            <a:ext cx="6480334" cy="765791"/>
            <a:chOff x="0" y="0"/>
            <a:chExt cx="8640445" cy="10210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640450" cy="1021050"/>
            </a:xfrm>
            <a:custGeom>
              <a:avLst/>
              <a:gdLst/>
              <a:ahLst/>
              <a:cxnLst/>
              <a:rect r="r" b="b" t="t" l="l"/>
              <a:pathLst>
                <a:path h="1021050" w="8640450">
                  <a:moveTo>
                    <a:pt x="0" y="0"/>
                  </a:moveTo>
                  <a:lnTo>
                    <a:pt x="8640450" y="0"/>
                  </a:lnTo>
                  <a:lnTo>
                    <a:pt x="8640450" y="1021050"/>
                  </a:lnTo>
                  <a:lnTo>
                    <a:pt x="0" y="10210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4888" r="0" b="-11488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66675"/>
              <a:ext cx="8640445" cy="95438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spc="-40">
                  <a:solidFill>
                    <a:srgbClr val="0070C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SWOT ANALYSIS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76807" y="3703730"/>
            <a:ext cx="3822192" cy="1439770"/>
            <a:chOff x="0" y="0"/>
            <a:chExt cx="5096256" cy="191969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96256" cy="1919732"/>
            </a:xfrm>
            <a:custGeom>
              <a:avLst/>
              <a:gdLst/>
              <a:ahLst/>
              <a:cxnLst/>
              <a:rect r="r" b="b" t="t" l="l"/>
              <a:pathLst>
                <a:path h="1919732" w="5096256">
                  <a:moveTo>
                    <a:pt x="0" y="0"/>
                  </a:moveTo>
                  <a:lnTo>
                    <a:pt x="5096256" y="0"/>
                  </a:lnTo>
                  <a:lnTo>
                    <a:pt x="5096256" y="1919732"/>
                  </a:lnTo>
                  <a:lnTo>
                    <a:pt x="0" y="1919732"/>
                  </a:lnTo>
                  <a:close/>
                </a:path>
              </a:pathLst>
            </a:custGeom>
            <a:solidFill>
              <a:srgbClr val="E7E6E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5096256" cy="192921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000000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STRENGTHS</a:t>
              </a:r>
            </a:p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Blue is the colour of the clear sky and the deep sea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757142" y="3703730"/>
            <a:ext cx="3822192" cy="1439770"/>
            <a:chOff x="0" y="0"/>
            <a:chExt cx="5096256" cy="191969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96256" cy="1919732"/>
            </a:xfrm>
            <a:custGeom>
              <a:avLst/>
              <a:gdLst/>
              <a:ahLst/>
              <a:cxnLst/>
              <a:rect r="r" b="b" t="t" l="l"/>
              <a:pathLst>
                <a:path h="1919732" w="5096256">
                  <a:moveTo>
                    <a:pt x="0" y="0"/>
                  </a:moveTo>
                  <a:lnTo>
                    <a:pt x="5096256" y="0"/>
                  </a:lnTo>
                  <a:lnTo>
                    <a:pt x="5096256" y="1919732"/>
                  </a:lnTo>
                  <a:lnTo>
                    <a:pt x="0" y="1919732"/>
                  </a:lnTo>
                  <a:close/>
                </a:path>
              </a:pathLst>
            </a:custGeom>
            <a:solidFill>
              <a:srgbClr val="E7E6E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5096256" cy="192921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r">
                <a:lnSpc>
                  <a:spcPts val="1889"/>
                </a:lnSpc>
              </a:pPr>
              <a:r>
                <a:rPr lang="en-US" sz="1575" b="true">
                  <a:solidFill>
                    <a:srgbClr val="000000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WEAKNESSES</a:t>
              </a:r>
            </a:p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Yellow is the color of gold, butter and ripe lemons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776807" y="5301653"/>
            <a:ext cx="3822192" cy="1439770"/>
            <a:chOff x="0" y="0"/>
            <a:chExt cx="5096256" cy="191969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96256" cy="1919732"/>
            </a:xfrm>
            <a:custGeom>
              <a:avLst/>
              <a:gdLst/>
              <a:ahLst/>
              <a:cxnLst/>
              <a:rect r="r" b="b" t="t" l="l"/>
              <a:pathLst>
                <a:path h="1919732" w="5096256">
                  <a:moveTo>
                    <a:pt x="0" y="0"/>
                  </a:moveTo>
                  <a:lnTo>
                    <a:pt x="5096256" y="0"/>
                  </a:lnTo>
                  <a:lnTo>
                    <a:pt x="5096256" y="1919732"/>
                  </a:lnTo>
                  <a:lnTo>
                    <a:pt x="0" y="1919732"/>
                  </a:lnTo>
                  <a:close/>
                </a:path>
              </a:pathLst>
            </a:custGeom>
            <a:solidFill>
              <a:srgbClr val="E7E6E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096256" cy="1929219"/>
            </a:xfrm>
            <a:prstGeom prst="rect">
              <a:avLst/>
            </a:prstGeom>
          </p:spPr>
          <p:txBody>
            <a:bodyPr anchor="b" rtlCol="false" tIns="50800" lIns="50800" bIns="50800" rIns="50800"/>
            <a:lstStyle/>
            <a:p>
              <a:pPr algn="l">
                <a:lnSpc>
                  <a:spcPts val="1889"/>
                </a:lnSpc>
              </a:pPr>
            </a:p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Black is the color of ebony and of outer space</a:t>
              </a:r>
            </a:p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000000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OPPORTUNITIES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757142" y="5301653"/>
            <a:ext cx="3822192" cy="1439770"/>
            <a:chOff x="0" y="0"/>
            <a:chExt cx="5096256" cy="191969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96256" cy="1919732"/>
            </a:xfrm>
            <a:custGeom>
              <a:avLst/>
              <a:gdLst/>
              <a:ahLst/>
              <a:cxnLst/>
              <a:rect r="r" b="b" t="t" l="l"/>
              <a:pathLst>
                <a:path h="1919732" w="5096256">
                  <a:moveTo>
                    <a:pt x="0" y="0"/>
                  </a:moveTo>
                  <a:lnTo>
                    <a:pt x="5096256" y="0"/>
                  </a:lnTo>
                  <a:lnTo>
                    <a:pt x="5096256" y="1919732"/>
                  </a:lnTo>
                  <a:lnTo>
                    <a:pt x="0" y="1919732"/>
                  </a:lnTo>
                  <a:close/>
                </a:path>
              </a:pathLst>
            </a:custGeom>
            <a:solidFill>
              <a:srgbClr val="E7E6E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5096256" cy="1929219"/>
            </a:xfrm>
            <a:prstGeom prst="rect">
              <a:avLst/>
            </a:prstGeom>
          </p:spPr>
          <p:txBody>
            <a:bodyPr anchor="b" rtlCol="false" tIns="50800" lIns="50800" bIns="50800" rIns="50800"/>
            <a:lstStyle/>
            <a:p>
              <a:pPr algn="r">
                <a:lnSpc>
                  <a:spcPts val="1889"/>
                </a:lnSpc>
              </a:pPr>
              <a:r>
                <a:rPr lang="en-US" sz="1575">
                  <a:solidFill>
                    <a:srgbClr val="0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White is the color of milk and fresh snow</a:t>
              </a:r>
            </a:p>
            <a:p>
              <a:pPr algn="r">
                <a:lnSpc>
                  <a:spcPts val="1889"/>
                </a:lnSpc>
              </a:pPr>
              <a:r>
                <a:rPr lang="en-US" sz="1575" b="true">
                  <a:solidFill>
                    <a:srgbClr val="000000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THREATS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501823" y="4044477"/>
            <a:ext cx="2196446" cy="2196446"/>
            <a:chOff x="0" y="0"/>
            <a:chExt cx="2928595" cy="292859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-8" y="0"/>
              <a:ext cx="1464318" cy="1469009"/>
            </a:xfrm>
            <a:custGeom>
              <a:avLst/>
              <a:gdLst/>
              <a:ahLst/>
              <a:cxnLst/>
              <a:rect r="r" b="b" t="t" l="l"/>
              <a:pathLst>
                <a:path h="1469009" w="1464318">
                  <a:moveTo>
                    <a:pt x="8" y="1469009"/>
                  </a:moveTo>
                  <a:cubicBezTo>
                    <a:pt x="-1262" y="1079881"/>
                    <a:pt x="152408" y="706120"/>
                    <a:pt x="427236" y="430530"/>
                  </a:cubicBezTo>
                  <a:cubicBezTo>
                    <a:pt x="702064" y="154940"/>
                    <a:pt x="1075190" y="0"/>
                    <a:pt x="1464318" y="0"/>
                  </a:cubicBezTo>
                  <a:lnTo>
                    <a:pt x="1464318" y="1464310"/>
                  </a:lnTo>
                  <a:close/>
                </a:path>
              </a:pathLst>
            </a:custGeom>
            <a:solidFill>
              <a:srgbClr val="044F9E"/>
            </a:solidFill>
          </p:spPr>
        </p:sp>
      </p:grpSp>
      <p:grpSp>
        <p:nvGrpSpPr>
          <p:cNvPr name="Group 28" id="28"/>
          <p:cNvGrpSpPr/>
          <p:nvPr/>
        </p:nvGrpSpPr>
        <p:grpSpPr>
          <a:xfrm rot="5400000">
            <a:off x="7660110" y="4044477"/>
            <a:ext cx="2196446" cy="2196446"/>
            <a:chOff x="0" y="0"/>
            <a:chExt cx="2928595" cy="292859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-8" y="0"/>
              <a:ext cx="1464318" cy="1469009"/>
            </a:xfrm>
            <a:custGeom>
              <a:avLst/>
              <a:gdLst/>
              <a:ahLst/>
              <a:cxnLst/>
              <a:rect r="r" b="b" t="t" l="l"/>
              <a:pathLst>
                <a:path h="1469009" w="1464318">
                  <a:moveTo>
                    <a:pt x="8" y="1469009"/>
                  </a:moveTo>
                  <a:cubicBezTo>
                    <a:pt x="-1262" y="1079881"/>
                    <a:pt x="152408" y="706120"/>
                    <a:pt x="427236" y="430530"/>
                  </a:cubicBezTo>
                  <a:cubicBezTo>
                    <a:pt x="702064" y="154940"/>
                    <a:pt x="1075190" y="0"/>
                    <a:pt x="1464318" y="0"/>
                  </a:cubicBezTo>
                  <a:lnTo>
                    <a:pt x="1464318" y="146431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30" id="30"/>
          <p:cNvGrpSpPr/>
          <p:nvPr/>
        </p:nvGrpSpPr>
        <p:grpSpPr>
          <a:xfrm rot="-10800000">
            <a:off x="7660110" y="4203992"/>
            <a:ext cx="2196446" cy="2196446"/>
            <a:chOff x="0" y="0"/>
            <a:chExt cx="2928595" cy="292859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-8" y="0"/>
              <a:ext cx="1464318" cy="1469009"/>
            </a:xfrm>
            <a:custGeom>
              <a:avLst/>
              <a:gdLst/>
              <a:ahLst/>
              <a:cxnLst/>
              <a:rect r="r" b="b" t="t" l="l"/>
              <a:pathLst>
                <a:path h="1469009" w="1464318">
                  <a:moveTo>
                    <a:pt x="8" y="1469009"/>
                  </a:moveTo>
                  <a:cubicBezTo>
                    <a:pt x="-1262" y="1079881"/>
                    <a:pt x="152408" y="706120"/>
                    <a:pt x="427236" y="430530"/>
                  </a:cubicBezTo>
                  <a:cubicBezTo>
                    <a:pt x="702064" y="154940"/>
                    <a:pt x="1075190" y="0"/>
                    <a:pt x="1464318" y="0"/>
                  </a:cubicBezTo>
                  <a:lnTo>
                    <a:pt x="1464318" y="1464310"/>
                  </a:lnTo>
                  <a:close/>
                </a:path>
              </a:pathLst>
            </a:custGeom>
            <a:solidFill>
              <a:srgbClr val="E81F2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-5400000">
            <a:off x="7501823" y="4203992"/>
            <a:ext cx="2196446" cy="2196446"/>
            <a:chOff x="0" y="0"/>
            <a:chExt cx="2928595" cy="292859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-8" y="0"/>
              <a:ext cx="1464318" cy="1469009"/>
            </a:xfrm>
            <a:custGeom>
              <a:avLst/>
              <a:gdLst/>
              <a:ahLst/>
              <a:cxnLst/>
              <a:rect r="r" b="b" t="t" l="l"/>
              <a:pathLst>
                <a:path h="1469009" w="1464318">
                  <a:moveTo>
                    <a:pt x="8" y="1469009"/>
                  </a:moveTo>
                  <a:cubicBezTo>
                    <a:pt x="-1262" y="1079881"/>
                    <a:pt x="152408" y="706120"/>
                    <a:pt x="427236" y="430530"/>
                  </a:cubicBezTo>
                  <a:cubicBezTo>
                    <a:pt x="702064" y="154940"/>
                    <a:pt x="1075190" y="0"/>
                    <a:pt x="1464318" y="0"/>
                  </a:cubicBezTo>
                  <a:lnTo>
                    <a:pt x="1464318" y="1464310"/>
                  </a:lnTo>
                  <a:close/>
                </a:path>
              </a:pathLst>
            </a:custGeom>
            <a:solidFill>
              <a:srgbClr val="4CC4EB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8184661" y="4548349"/>
            <a:ext cx="66866" cy="376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07538" y="4555360"/>
            <a:ext cx="177984" cy="363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W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153229" y="5553704"/>
            <a:ext cx="90992" cy="376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211361" y="5560714"/>
            <a:ext cx="54512" cy="363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T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668"/>
            <a:ext cx="18288000" cy="1070038"/>
            <a:chOff x="0" y="0"/>
            <a:chExt cx="24384000" cy="14267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26718"/>
            </a:xfrm>
            <a:custGeom>
              <a:avLst/>
              <a:gdLst/>
              <a:ahLst/>
              <a:cxnLst/>
              <a:rect r="r" b="b" t="t" l="l"/>
              <a:pathLst>
                <a:path h="142671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7926" y="3334"/>
            <a:ext cx="4935598" cy="1027605"/>
            <a:chOff x="0" y="0"/>
            <a:chExt cx="6580797" cy="1370140"/>
          </a:xfrm>
        </p:grpSpPr>
        <p:sp>
          <p:nvSpPr>
            <p:cNvPr name="Freeform 5" id="5" descr="A black background with white text  Description automatically generated"/>
            <p:cNvSpPr/>
            <p:nvPr/>
          </p:nvSpPr>
          <p:spPr>
            <a:xfrm flipH="false" flipV="false" rot="0">
              <a:off x="0" y="0"/>
              <a:ext cx="6580759" cy="1370203"/>
            </a:xfrm>
            <a:custGeom>
              <a:avLst/>
              <a:gdLst/>
              <a:ahLst/>
              <a:cxnLst/>
              <a:rect r="r" b="b" t="t" l="l"/>
              <a:pathLst>
                <a:path h="1370203" w="6580759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1" t="0" r="-192" b="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63190" y="10082212"/>
            <a:ext cx="15624810" cy="204845"/>
            <a:chOff x="0" y="0"/>
            <a:chExt cx="20833080" cy="2731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833080" cy="273177"/>
            </a:xfrm>
            <a:custGeom>
              <a:avLst/>
              <a:gdLst/>
              <a:ahLst/>
              <a:cxnLst/>
              <a:rect r="r" b="b" t="t" l="l"/>
              <a:pathLst>
                <a:path h="273177" w="20833080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743238" y="10108759"/>
            <a:ext cx="15544724" cy="152705"/>
            <a:chOff x="0" y="0"/>
            <a:chExt cx="20726298" cy="2036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726273" cy="203581"/>
            </a:xfrm>
            <a:custGeom>
              <a:avLst/>
              <a:gdLst/>
              <a:ahLst/>
              <a:cxnLst/>
              <a:rect r="r" b="b" t="t" l="l"/>
              <a:pathLst>
                <a:path h="203581" w="20726273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35745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02009" y="10002231"/>
            <a:ext cx="2254501" cy="32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041240" y="3150984"/>
            <a:ext cx="6480334" cy="765791"/>
            <a:chOff x="0" y="0"/>
            <a:chExt cx="8640445" cy="10210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640450" cy="1021050"/>
            </a:xfrm>
            <a:custGeom>
              <a:avLst/>
              <a:gdLst/>
              <a:ahLst/>
              <a:cxnLst/>
              <a:rect r="r" b="b" t="t" l="l"/>
              <a:pathLst>
                <a:path h="1021050" w="8640450">
                  <a:moveTo>
                    <a:pt x="0" y="0"/>
                  </a:moveTo>
                  <a:lnTo>
                    <a:pt x="8640450" y="0"/>
                  </a:lnTo>
                  <a:lnTo>
                    <a:pt x="8640450" y="1021050"/>
                  </a:lnTo>
                  <a:lnTo>
                    <a:pt x="0" y="10210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4888" r="0" b="-11488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66675"/>
              <a:ext cx="8640445" cy="95438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spc="-40">
                  <a:solidFill>
                    <a:srgbClr val="0070C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FUNNEL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100096" y="6213434"/>
            <a:ext cx="1870253" cy="567252"/>
            <a:chOff x="0" y="0"/>
            <a:chExt cx="2493670" cy="7563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3645" cy="756412"/>
            </a:xfrm>
            <a:custGeom>
              <a:avLst/>
              <a:gdLst/>
              <a:ahLst/>
              <a:cxnLst/>
              <a:rect r="r" b="b" t="t" l="l"/>
              <a:pathLst>
                <a:path h="756412" w="2493645">
                  <a:moveTo>
                    <a:pt x="0" y="0"/>
                  </a:moveTo>
                  <a:cubicBezTo>
                    <a:pt x="245491" y="506857"/>
                    <a:pt x="245491" y="506857"/>
                    <a:pt x="245491" y="506857"/>
                  </a:cubicBezTo>
                  <a:cubicBezTo>
                    <a:pt x="249428" y="506857"/>
                    <a:pt x="249428" y="506857"/>
                    <a:pt x="249428" y="506857"/>
                  </a:cubicBezTo>
                  <a:cubicBezTo>
                    <a:pt x="249428" y="506857"/>
                    <a:pt x="249428" y="506857"/>
                    <a:pt x="249428" y="510794"/>
                  </a:cubicBezTo>
                  <a:cubicBezTo>
                    <a:pt x="272796" y="557530"/>
                    <a:pt x="272796" y="557530"/>
                    <a:pt x="272796" y="557530"/>
                  </a:cubicBezTo>
                  <a:cubicBezTo>
                    <a:pt x="362458" y="662813"/>
                    <a:pt x="732536" y="756412"/>
                    <a:pt x="1246886" y="756412"/>
                  </a:cubicBezTo>
                  <a:cubicBezTo>
                    <a:pt x="1761236" y="756412"/>
                    <a:pt x="2131314" y="662813"/>
                    <a:pt x="2224913" y="557530"/>
                  </a:cubicBezTo>
                  <a:cubicBezTo>
                    <a:pt x="2248281" y="510794"/>
                    <a:pt x="2248281" y="510794"/>
                    <a:pt x="2248281" y="510794"/>
                  </a:cubicBezTo>
                  <a:cubicBezTo>
                    <a:pt x="2248281" y="506857"/>
                    <a:pt x="2248281" y="506857"/>
                    <a:pt x="2248281" y="506857"/>
                  </a:cubicBezTo>
                  <a:cubicBezTo>
                    <a:pt x="2493645" y="0"/>
                    <a:pt x="2493645" y="0"/>
                    <a:pt x="2493645" y="0"/>
                  </a:cubicBezTo>
                  <a:cubicBezTo>
                    <a:pt x="2287143" y="113030"/>
                    <a:pt x="1761109" y="179324"/>
                    <a:pt x="1246759" y="179324"/>
                  </a:cubicBezTo>
                  <a:cubicBezTo>
                    <a:pt x="736473" y="179324"/>
                    <a:pt x="206502" y="113030"/>
                    <a:pt x="0" y="0"/>
                  </a:cubicBezTo>
                  <a:close/>
                </a:path>
              </a:pathLst>
            </a:custGeom>
            <a:solidFill>
              <a:srgbClr val="FEC01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493670" cy="765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PURCHASE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331258" y="6713401"/>
            <a:ext cx="1410243" cy="554488"/>
            <a:chOff x="0" y="0"/>
            <a:chExt cx="1880324" cy="73931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80362" cy="739267"/>
            </a:xfrm>
            <a:custGeom>
              <a:avLst/>
              <a:gdLst/>
              <a:ahLst/>
              <a:cxnLst/>
              <a:rect r="r" b="b" t="t" l="l"/>
              <a:pathLst>
                <a:path h="739267" w="1880362">
                  <a:moveTo>
                    <a:pt x="0" y="0"/>
                  </a:moveTo>
                  <a:cubicBezTo>
                    <a:pt x="237490" y="486410"/>
                    <a:pt x="237490" y="486410"/>
                    <a:pt x="237490" y="486410"/>
                  </a:cubicBezTo>
                  <a:cubicBezTo>
                    <a:pt x="241427" y="490347"/>
                    <a:pt x="241427" y="494157"/>
                    <a:pt x="245237" y="498094"/>
                  </a:cubicBezTo>
                  <a:cubicBezTo>
                    <a:pt x="272542" y="560324"/>
                    <a:pt x="272542" y="560324"/>
                    <a:pt x="272542" y="560324"/>
                  </a:cubicBezTo>
                  <a:cubicBezTo>
                    <a:pt x="362077" y="661543"/>
                    <a:pt x="630682" y="739267"/>
                    <a:pt x="938276" y="739267"/>
                  </a:cubicBezTo>
                  <a:cubicBezTo>
                    <a:pt x="1245870" y="739267"/>
                    <a:pt x="1514475" y="661416"/>
                    <a:pt x="1604010" y="560324"/>
                  </a:cubicBezTo>
                  <a:cubicBezTo>
                    <a:pt x="1635125" y="498094"/>
                    <a:pt x="1635125" y="498094"/>
                    <a:pt x="1635125" y="498094"/>
                  </a:cubicBezTo>
                  <a:cubicBezTo>
                    <a:pt x="1639062" y="494157"/>
                    <a:pt x="1639062" y="490347"/>
                    <a:pt x="1639062" y="486410"/>
                  </a:cubicBezTo>
                  <a:cubicBezTo>
                    <a:pt x="1880362" y="0"/>
                    <a:pt x="1880362" y="0"/>
                    <a:pt x="1880362" y="0"/>
                  </a:cubicBezTo>
                  <a:cubicBezTo>
                    <a:pt x="1701292" y="101219"/>
                    <a:pt x="1315847" y="159512"/>
                    <a:pt x="938276" y="159512"/>
                  </a:cubicBezTo>
                  <a:cubicBezTo>
                    <a:pt x="560705" y="159512"/>
                    <a:pt x="175133" y="101219"/>
                    <a:pt x="0" y="0"/>
                  </a:cubicBezTo>
                  <a:close/>
                </a:path>
              </a:pathLst>
            </a:custGeom>
            <a:solidFill>
              <a:srgbClr val="DBD01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880324" cy="748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LOYALTY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194002" y="4248360"/>
            <a:ext cx="3684756" cy="590445"/>
            <a:chOff x="0" y="0"/>
            <a:chExt cx="4913008" cy="7872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12995" cy="787146"/>
            </a:xfrm>
            <a:custGeom>
              <a:avLst/>
              <a:gdLst/>
              <a:ahLst/>
              <a:cxnLst/>
              <a:rect r="r" b="b" t="t" l="l"/>
              <a:pathLst>
                <a:path h="787146" w="4912995">
                  <a:moveTo>
                    <a:pt x="2454529" y="206502"/>
                  </a:moveTo>
                  <a:cubicBezTo>
                    <a:pt x="1414272" y="206502"/>
                    <a:pt x="319532" y="132461"/>
                    <a:pt x="0" y="0"/>
                  </a:cubicBezTo>
                  <a:cubicBezTo>
                    <a:pt x="276606" y="568960"/>
                    <a:pt x="276606" y="568960"/>
                    <a:pt x="276606" y="568960"/>
                  </a:cubicBezTo>
                  <a:cubicBezTo>
                    <a:pt x="342900" y="611886"/>
                    <a:pt x="522097" y="662559"/>
                    <a:pt x="884428" y="705358"/>
                  </a:cubicBezTo>
                  <a:cubicBezTo>
                    <a:pt x="1301369" y="756031"/>
                    <a:pt x="1862328" y="787146"/>
                    <a:pt x="2454529" y="787146"/>
                  </a:cubicBezTo>
                  <a:cubicBezTo>
                    <a:pt x="3619500" y="787146"/>
                    <a:pt x="4468876" y="678053"/>
                    <a:pt x="4632452" y="568833"/>
                  </a:cubicBezTo>
                  <a:cubicBezTo>
                    <a:pt x="4912995" y="0"/>
                    <a:pt x="4912995" y="0"/>
                    <a:pt x="4912995" y="0"/>
                  </a:cubicBezTo>
                  <a:cubicBezTo>
                    <a:pt x="4593463" y="132461"/>
                    <a:pt x="3494786" y="206502"/>
                    <a:pt x="2454529" y="206502"/>
                  </a:cubicBezTo>
                  <a:close/>
                </a:path>
              </a:pathLst>
            </a:custGeom>
            <a:solidFill>
              <a:srgbClr val="044F9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4913008" cy="796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AWARENESS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647049" y="5229739"/>
            <a:ext cx="2778662" cy="577691"/>
            <a:chOff x="0" y="0"/>
            <a:chExt cx="3704882" cy="77025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704844" cy="770255"/>
            </a:xfrm>
            <a:custGeom>
              <a:avLst/>
              <a:gdLst/>
              <a:ahLst/>
              <a:cxnLst/>
              <a:rect r="r" b="b" t="t" l="l"/>
              <a:pathLst>
                <a:path h="770255" w="3704844">
                  <a:moveTo>
                    <a:pt x="0" y="0"/>
                  </a:moveTo>
                  <a:cubicBezTo>
                    <a:pt x="272669" y="560197"/>
                    <a:pt x="272669" y="560197"/>
                    <a:pt x="272669" y="560197"/>
                  </a:cubicBezTo>
                  <a:cubicBezTo>
                    <a:pt x="393446" y="665226"/>
                    <a:pt x="1009015" y="770255"/>
                    <a:pt x="1850517" y="770255"/>
                  </a:cubicBezTo>
                  <a:cubicBezTo>
                    <a:pt x="2695956" y="770255"/>
                    <a:pt x="3307588" y="665226"/>
                    <a:pt x="3432175" y="560197"/>
                  </a:cubicBezTo>
                  <a:cubicBezTo>
                    <a:pt x="3704844" y="0"/>
                    <a:pt x="3704844" y="0"/>
                    <a:pt x="3704844" y="0"/>
                  </a:cubicBezTo>
                  <a:cubicBezTo>
                    <a:pt x="3432175" y="124460"/>
                    <a:pt x="2621788" y="194564"/>
                    <a:pt x="1850517" y="194564"/>
                  </a:cubicBezTo>
                  <a:cubicBezTo>
                    <a:pt x="1079246" y="194564"/>
                    <a:pt x="268859" y="124460"/>
                    <a:pt x="0" y="0"/>
                  </a:cubicBezTo>
                  <a:close/>
                </a:path>
              </a:pathLst>
            </a:custGeom>
            <a:solidFill>
              <a:srgbClr val="4CC4EB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3704882" cy="779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EVALUATION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422849" y="4739049"/>
            <a:ext cx="3228213" cy="584644"/>
            <a:chOff x="0" y="0"/>
            <a:chExt cx="4304284" cy="77952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04284" cy="779526"/>
            </a:xfrm>
            <a:custGeom>
              <a:avLst/>
              <a:gdLst/>
              <a:ahLst/>
              <a:cxnLst/>
              <a:rect r="r" b="b" t="t" l="l"/>
              <a:pathLst>
                <a:path h="779526" w="4304284">
                  <a:moveTo>
                    <a:pt x="2150237" y="198755"/>
                  </a:moveTo>
                  <a:cubicBezTo>
                    <a:pt x="1554226" y="198755"/>
                    <a:pt x="993394" y="171450"/>
                    <a:pt x="572643" y="120777"/>
                  </a:cubicBezTo>
                  <a:cubicBezTo>
                    <a:pt x="296037" y="85725"/>
                    <a:pt x="101219" y="46736"/>
                    <a:pt x="0" y="0"/>
                  </a:cubicBezTo>
                  <a:cubicBezTo>
                    <a:pt x="272669" y="565150"/>
                    <a:pt x="272669" y="565150"/>
                    <a:pt x="272669" y="565150"/>
                  </a:cubicBezTo>
                  <a:cubicBezTo>
                    <a:pt x="420751" y="674243"/>
                    <a:pt x="1153033" y="779526"/>
                    <a:pt x="2150237" y="779526"/>
                  </a:cubicBezTo>
                  <a:cubicBezTo>
                    <a:pt x="3151378" y="779526"/>
                    <a:pt x="3879723" y="674243"/>
                    <a:pt x="4027805" y="565150"/>
                  </a:cubicBezTo>
                  <a:cubicBezTo>
                    <a:pt x="4304284" y="0"/>
                    <a:pt x="4304284" y="0"/>
                    <a:pt x="4304284" y="0"/>
                  </a:cubicBezTo>
                  <a:cubicBezTo>
                    <a:pt x="4012184" y="128651"/>
                    <a:pt x="3057779" y="198755"/>
                    <a:pt x="2150237" y="198755"/>
                  </a:cubicBezTo>
                  <a:close/>
                </a:path>
              </a:pathLst>
            </a:custGeom>
            <a:solidFill>
              <a:srgbClr val="2072B7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4304284" cy="789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DISCOVERY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872410" y="5720420"/>
            <a:ext cx="2325614" cy="575367"/>
            <a:chOff x="0" y="0"/>
            <a:chExt cx="3100819" cy="7671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100832" cy="767207"/>
            </a:xfrm>
            <a:custGeom>
              <a:avLst/>
              <a:gdLst/>
              <a:ahLst/>
              <a:cxnLst/>
              <a:rect r="r" b="b" t="t" l="l"/>
              <a:pathLst>
                <a:path h="767207" w="3100832">
                  <a:moveTo>
                    <a:pt x="0" y="0"/>
                  </a:moveTo>
                  <a:cubicBezTo>
                    <a:pt x="253238" y="514096"/>
                    <a:pt x="253238" y="514096"/>
                    <a:pt x="253238" y="514096"/>
                  </a:cubicBezTo>
                  <a:cubicBezTo>
                    <a:pt x="253238" y="518033"/>
                    <a:pt x="253238" y="518033"/>
                    <a:pt x="253238" y="518033"/>
                  </a:cubicBezTo>
                  <a:cubicBezTo>
                    <a:pt x="272669" y="553085"/>
                    <a:pt x="272669" y="553085"/>
                    <a:pt x="272669" y="553085"/>
                  </a:cubicBezTo>
                  <a:cubicBezTo>
                    <a:pt x="370078" y="662178"/>
                    <a:pt x="860933" y="767207"/>
                    <a:pt x="1550416" y="767207"/>
                  </a:cubicBezTo>
                  <a:cubicBezTo>
                    <a:pt x="2243836" y="767207"/>
                    <a:pt x="2734691" y="662051"/>
                    <a:pt x="2831973" y="553085"/>
                  </a:cubicBezTo>
                  <a:cubicBezTo>
                    <a:pt x="2851404" y="518033"/>
                    <a:pt x="2851404" y="518033"/>
                    <a:pt x="2851404" y="518033"/>
                  </a:cubicBezTo>
                  <a:cubicBezTo>
                    <a:pt x="2851404" y="514096"/>
                    <a:pt x="2851404" y="514096"/>
                    <a:pt x="2851404" y="514096"/>
                  </a:cubicBezTo>
                  <a:cubicBezTo>
                    <a:pt x="3100832" y="0"/>
                    <a:pt x="3100832" y="0"/>
                    <a:pt x="3100832" y="0"/>
                  </a:cubicBezTo>
                  <a:cubicBezTo>
                    <a:pt x="2863215" y="120777"/>
                    <a:pt x="2189226" y="186944"/>
                    <a:pt x="1550416" y="186944"/>
                  </a:cubicBezTo>
                  <a:cubicBezTo>
                    <a:pt x="911606" y="186944"/>
                    <a:pt x="241554" y="120777"/>
                    <a:pt x="0" y="0"/>
                  </a:cubicBezTo>
                  <a:close/>
                </a:path>
              </a:pathLst>
            </a:custGeom>
            <a:solidFill>
              <a:srgbClr val="E81F26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3100819" cy="7766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INTENT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85877" y="3947912"/>
            <a:ext cx="3687451" cy="406127"/>
            <a:chOff x="0" y="0"/>
            <a:chExt cx="4916602" cy="54150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16551" cy="541528"/>
            </a:xfrm>
            <a:custGeom>
              <a:avLst/>
              <a:gdLst/>
              <a:ahLst/>
              <a:cxnLst/>
              <a:rect r="r" b="b" t="t" l="l"/>
              <a:pathLst>
                <a:path h="541528" w="4916551">
                  <a:moveTo>
                    <a:pt x="0" y="270764"/>
                  </a:moveTo>
                  <a:cubicBezTo>
                    <a:pt x="0" y="121158"/>
                    <a:pt x="1100582" y="0"/>
                    <a:pt x="2458339" y="0"/>
                  </a:cubicBezTo>
                  <a:cubicBezTo>
                    <a:pt x="3816096" y="0"/>
                    <a:pt x="4916551" y="121158"/>
                    <a:pt x="4916551" y="270764"/>
                  </a:cubicBezTo>
                  <a:cubicBezTo>
                    <a:pt x="4916551" y="420370"/>
                    <a:pt x="3815969" y="541528"/>
                    <a:pt x="2458339" y="541528"/>
                  </a:cubicBezTo>
                  <a:cubicBezTo>
                    <a:pt x="1100709" y="541528"/>
                    <a:pt x="0" y="420243"/>
                    <a:pt x="0" y="270764"/>
                  </a:cubicBezTo>
                  <a:close/>
                </a:path>
              </a:pathLst>
            </a:custGeom>
            <a:solidFill>
              <a:srgbClr val="E7E6E6"/>
            </a:solidFill>
          </p:spPr>
        </p:sp>
      </p:grpSp>
      <p:sp>
        <p:nvSpPr>
          <p:cNvPr name="AutoShape 34" id="34"/>
          <p:cNvSpPr/>
          <p:nvPr/>
        </p:nvSpPr>
        <p:spPr>
          <a:xfrm rot="44820">
            <a:off x="8789880" y="4492885"/>
            <a:ext cx="1096070" cy="0"/>
          </a:xfrm>
          <a:prstGeom prst="line">
            <a:avLst/>
          </a:prstGeom>
          <a:ln cap="rnd" w="9525">
            <a:solidFill>
              <a:srgbClr val="044F9E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35" id="35"/>
          <p:cNvGrpSpPr/>
          <p:nvPr/>
        </p:nvGrpSpPr>
        <p:grpSpPr>
          <a:xfrm rot="0">
            <a:off x="9941824" y="4321569"/>
            <a:ext cx="2852214" cy="352015"/>
            <a:chOff x="0" y="0"/>
            <a:chExt cx="3802952" cy="46935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802950" cy="469350"/>
            </a:xfrm>
            <a:custGeom>
              <a:avLst/>
              <a:gdLst/>
              <a:ahLst/>
              <a:cxnLst/>
              <a:rect r="r" b="b" t="t" l="l"/>
              <a:pathLst>
                <a:path h="469350" w="3802950">
                  <a:moveTo>
                    <a:pt x="0" y="0"/>
                  </a:moveTo>
                  <a:lnTo>
                    <a:pt x="3802950" y="0"/>
                  </a:lnTo>
                  <a:lnTo>
                    <a:pt x="3802950" y="469350"/>
                  </a:lnTo>
                  <a:lnTo>
                    <a:pt x="0" y="4693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878" r="0" b="-10787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3802952" cy="4788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354253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Insert your content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 rot="39120">
            <a:off x="8630555" y="4985823"/>
            <a:ext cx="1255357" cy="0"/>
          </a:xfrm>
          <a:prstGeom prst="line">
            <a:avLst/>
          </a:prstGeom>
          <a:ln cap="rnd" w="9525">
            <a:solidFill>
              <a:srgbClr val="2072B7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39" id="39"/>
          <p:cNvGrpSpPr/>
          <p:nvPr/>
        </p:nvGrpSpPr>
        <p:grpSpPr>
          <a:xfrm rot="0">
            <a:off x="9941824" y="4814487"/>
            <a:ext cx="2852214" cy="352015"/>
            <a:chOff x="0" y="0"/>
            <a:chExt cx="3802952" cy="46935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802950" cy="469350"/>
            </a:xfrm>
            <a:custGeom>
              <a:avLst/>
              <a:gdLst/>
              <a:ahLst/>
              <a:cxnLst/>
              <a:rect r="r" b="b" t="t" l="l"/>
              <a:pathLst>
                <a:path h="469350" w="3802950">
                  <a:moveTo>
                    <a:pt x="0" y="0"/>
                  </a:moveTo>
                  <a:lnTo>
                    <a:pt x="3802950" y="0"/>
                  </a:lnTo>
                  <a:lnTo>
                    <a:pt x="3802950" y="469350"/>
                  </a:lnTo>
                  <a:lnTo>
                    <a:pt x="0" y="4693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878" r="0" b="-10787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3802952" cy="4788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354253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Insert your content</a:t>
              </a:r>
            </a:p>
          </p:txBody>
        </p:sp>
      </p:grpSp>
      <p:sp>
        <p:nvSpPr>
          <p:cNvPr name="AutoShape 42" id="42"/>
          <p:cNvSpPr/>
          <p:nvPr/>
        </p:nvSpPr>
        <p:spPr>
          <a:xfrm rot="33120">
            <a:off x="8404136" y="5478742"/>
            <a:ext cx="1481804" cy="0"/>
          </a:xfrm>
          <a:prstGeom prst="line">
            <a:avLst/>
          </a:prstGeom>
          <a:ln cap="rnd" w="9525">
            <a:solidFill>
              <a:srgbClr val="4CC4EB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43" id="43"/>
          <p:cNvGrpSpPr/>
          <p:nvPr/>
        </p:nvGrpSpPr>
        <p:grpSpPr>
          <a:xfrm rot="0">
            <a:off x="9941824" y="5307406"/>
            <a:ext cx="2852214" cy="352015"/>
            <a:chOff x="0" y="0"/>
            <a:chExt cx="3802952" cy="46935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802950" cy="469350"/>
            </a:xfrm>
            <a:custGeom>
              <a:avLst/>
              <a:gdLst/>
              <a:ahLst/>
              <a:cxnLst/>
              <a:rect r="r" b="b" t="t" l="l"/>
              <a:pathLst>
                <a:path h="469350" w="3802950">
                  <a:moveTo>
                    <a:pt x="0" y="0"/>
                  </a:moveTo>
                  <a:lnTo>
                    <a:pt x="3802950" y="0"/>
                  </a:lnTo>
                  <a:lnTo>
                    <a:pt x="3802950" y="469350"/>
                  </a:lnTo>
                  <a:lnTo>
                    <a:pt x="0" y="4693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878" r="0" b="-10787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3802952" cy="4788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354253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Insert your content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 rot="29340">
            <a:off x="8211274" y="5971651"/>
            <a:ext cx="1674514" cy="0"/>
          </a:xfrm>
          <a:prstGeom prst="line">
            <a:avLst/>
          </a:prstGeom>
          <a:ln cap="rnd" w="9525">
            <a:solidFill>
              <a:srgbClr val="E81F26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47" id="47"/>
          <p:cNvGrpSpPr/>
          <p:nvPr/>
        </p:nvGrpSpPr>
        <p:grpSpPr>
          <a:xfrm rot="0">
            <a:off x="9941824" y="5800325"/>
            <a:ext cx="2852214" cy="352015"/>
            <a:chOff x="0" y="0"/>
            <a:chExt cx="3802952" cy="46935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802950" cy="469350"/>
            </a:xfrm>
            <a:custGeom>
              <a:avLst/>
              <a:gdLst/>
              <a:ahLst/>
              <a:cxnLst/>
              <a:rect r="r" b="b" t="t" l="l"/>
              <a:pathLst>
                <a:path h="469350" w="3802950">
                  <a:moveTo>
                    <a:pt x="0" y="0"/>
                  </a:moveTo>
                  <a:lnTo>
                    <a:pt x="3802950" y="0"/>
                  </a:lnTo>
                  <a:lnTo>
                    <a:pt x="3802950" y="469350"/>
                  </a:lnTo>
                  <a:lnTo>
                    <a:pt x="0" y="4693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878" r="0" b="-10787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3802952" cy="4788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354253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Insert your content</a:t>
              </a:r>
            </a:p>
          </p:txBody>
        </p:sp>
      </p:grpSp>
      <p:sp>
        <p:nvSpPr>
          <p:cNvPr name="AutoShape 50" id="50"/>
          <p:cNvSpPr/>
          <p:nvPr/>
        </p:nvSpPr>
        <p:spPr>
          <a:xfrm rot="26040">
            <a:off x="8001619" y="6464579"/>
            <a:ext cx="1884093" cy="0"/>
          </a:xfrm>
          <a:prstGeom prst="line">
            <a:avLst/>
          </a:prstGeom>
          <a:ln cap="rnd" w="9525">
            <a:solidFill>
              <a:srgbClr val="FEC01D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51" id="51"/>
          <p:cNvGrpSpPr/>
          <p:nvPr/>
        </p:nvGrpSpPr>
        <p:grpSpPr>
          <a:xfrm rot="0">
            <a:off x="9941824" y="6293244"/>
            <a:ext cx="2852214" cy="352015"/>
            <a:chOff x="0" y="0"/>
            <a:chExt cx="3802952" cy="46935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802950" cy="469350"/>
            </a:xfrm>
            <a:custGeom>
              <a:avLst/>
              <a:gdLst/>
              <a:ahLst/>
              <a:cxnLst/>
              <a:rect r="r" b="b" t="t" l="l"/>
              <a:pathLst>
                <a:path h="469350" w="3802950">
                  <a:moveTo>
                    <a:pt x="0" y="0"/>
                  </a:moveTo>
                  <a:lnTo>
                    <a:pt x="3802950" y="0"/>
                  </a:lnTo>
                  <a:lnTo>
                    <a:pt x="3802950" y="469350"/>
                  </a:lnTo>
                  <a:lnTo>
                    <a:pt x="0" y="4693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878" r="0" b="-107879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3802952" cy="4788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354253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Insert your content</a:t>
              </a:r>
            </a:p>
          </p:txBody>
        </p:sp>
      </p:grpSp>
      <p:sp>
        <p:nvSpPr>
          <p:cNvPr name="AutoShape 54" id="54"/>
          <p:cNvSpPr/>
          <p:nvPr/>
        </p:nvSpPr>
        <p:spPr>
          <a:xfrm rot="23460">
            <a:off x="7783601" y="6957479"/>
            <a:ext cx="2093671" cy="0"/>
          </a:xfrm>
          <a:prstGeom prst="line">
            <a:avLst/>
          </a:prstGeom>
          <a:ln cap="rnd" w="9525">
            <a:solidFill>
              <a:srgbClr val="DBD014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55" id="55"/>
          <p:cNvGrpSpPr/>
          <p:nvPr/>
        </p:nvGrpSpPr>
        <p:grpSpPr>
          <a:xfrm rot="0">
            <a:off x="9941824" y="6786153"/>
            <a:ext cx="2852214" cy="352015"/>
            <a:chOff x="0" y="0"/>
            <a:chExt cx="3802952" cy="46935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802950" cy="469350"/>
            </a:xfrm>
            <a:custGeom>
              <a:avLst/>
              <a:gdLst/>
              <a:ahLst/>
              <a:cxnLst/>
              <a:rect r="r" b="b" t="t" l="l"/>
              <a:pathLst>
                <a:path h="469350" w="3802950">
                  <a:moveTo>
                    <a:pt x="0" y="0"/>
                  </a:moveTo>
                  <a:lnTo>
                    <a:pt x="3802950" y="0"/>
                  </a:lnTo>
                  <a:lnTo>
                    <a:pt x="3802950" y="469350"/>
                  </a:lnTo>
                  <a:lnTo>
                    <a:pt x="0" y="4693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878" r="0" b="-107879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3802952" cy="4788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354253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Insert your content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668"/>
            <a:ext cx="18288000" cy="1070038"/>
            <a:chOff x="0" y="0"/>
            <a:chExt cx="24384000" cy="14267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26718"/>
            </a:xfrm>
            <a:custGeom>
              <a:avLst/>
              <a:gdLst/>
              <a:ahLst/>
              <a:cxnLst/>
              <a:rect r="r" b="b" t="t" l="l"/>
              <a:pathLst>
                <a:path h="142671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7926" y="3334"/>
            <a:ext cx="4935598" cy="1027605"/>
            <a:chOff x="0" y="0"/>
            <a:chExt cx="6580797" cy="1370140"/>
          </a:xfrm>
        </p:grpSpPr>
        <p:sp>
          <p:nvSpPr>
            <p:cNvPr name="Freeform 5" id="5" descr="A black background with white text  Description automatically generated"/>
            <p:cNvSpPr/>
            <p:nvPr/>
          </p:nvSpPr>
          <p:spPr>
            <a:xfrm flipH="false" flipV="false" rot="0">
              <a:off x="0" y="0"/>
              <a:ext cx="6580759" cy="1370203"/>
            </a:xfrm>
            <a:custGeom>
              <a:avLst/>
              <a:gdLst/>
              <a:ahLst/>
              <a:cxnLst/>
              <a:rect r="r" b="b" t="t" l="l"/>
              <a:pathLst>
                <a:path h="1370203" w="6580759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1" t="0" r="-192" b="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63190" y="10082212"/>
            <a:ext cx="15624810" cy="204845"/>
            <a:chOff x="0" y="0"/>
            <a:chExt cx="20833080" cy="2731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833080" cy="273177"/>
            </a:xfrm>
            <a:custGeom>
              <a:avLst/>
              <a:gdLst/>
              <a:ahLst/>
              <a:cxnLst/>
              <a:rect r="r" b="b" t="t" l="l"/>
              <a:pathLst>
                <a:path h="273177" w="20833080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743238" y="10108759"/>
            <a:ext cx="15544724" cy="152705"/>
            <a:chOff x="0" y="0"/>
            <a:chExt cx="20726298" cy="2036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726273" cy="203581"/>
            </a:xfrm>
            <a:custGeom>
              <a:avLst/>
              <a:gdLst/>
              <a:ahLst/>
              <a:cxnLst/>
              <a:rect r="r" b="b" t="t" l="l"/>
              <a:pathLst>
                <a:path h="203581" w="20726273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35745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02009" y="10002231"/>
            <a:ext cx="2254501" cy="32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070C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354033" y="3824726"/>
            <a:ext cx="501434" cy="501472"/>
          </a:xfrm>
          <a:custGeom>
            <a:avLst/>
            <a:gdLst/>
            <a:ahLst/>
            <a:cxnLst/>
            <a:rect r="r" b="b" t="t" l="l"/>
            <a:pathLst>
              <a:path h="501472" w="501434">
                <a:moveTo>
                  <a:pt x="0" y="0"/>
                </a:moveTo>
                <a:lnTo>
                  <a:pt x="501435" y="0"/>
                </a:lnTo>
                <a:lnTo>
                  <a:pt x="501435" y="501472"/>
                </a:lnTo>
                <a:lnTo>
                  <a:pt x="0" y="5014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914596" y="3824754"/>
            <a:ext cx="498748" cy="501120"/>
          </a:xfrm>
          <a:custGeom>
            <a:avLst/>
            <a:gdLst/>
            <a:ahLst/>
            <a:cxnLst/>
            <a:rect r="r" b="b" t="t" l="l"/>
            <a:pathLst>
              <a:path h="501120" w="498748">
                <a:moveTo>
                  <a:pt x="0" y="0"/>
                </a:moveTo>
                <a:lnTo>
                  <a:pt x="498748" y="0"/>
                </a:lnTo>
                <a:lnTo>
                  <a:pt x="498748" y="501120"/>
                </a:lnTo>
                <a:lnTo>
                  <a:pt x="0" y="5011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193087" y="3824773"/>
            <a:ext cx="501806" cy="501148"/>
          </a:xfrm>
          <a:custGeom>
            <a:avLst/>
            <a:gdLst/>
            <a:ahLst/>
            <a:cxnLst/>
            <a:rect r="r" b="b" t="t" l="l"/>
            <a:pathLst>
              <a:path h="501148" w="501806">
                <a:moveTo>
                  <a:pt x="0" y="0"/>
                </a:moveTo>
                <a:lnTo>
                  <a:pt x="501806" y="0"/>
                </a:lnTo>
                <a:lnTo>
                  <a:pt x="501806" y="501149"/>
                </a:lnTo>
                <a:lnTo>
                  <a:pt x="0" y="5011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633486" y="3825059"/>
            <a:ext cx="500482" cy="500948"/>
          </a:xfrm>
          <a:custGeom>
            <a:avLst/>
            <a:gdLst/>
            <a:ahLst/>
            <a:cxnLst/>
            <a:rect r="r" b="b" t="t" l="l"/>
            <a:pathLst>
              <a:path h="500948" w="500482">
                <a:moveTo>
                  <a:pt x="0" y="0"/>
                </a:moveTo>
                <a:lnTo>
                  <a:pt x="500482" y="0"/>
                </a:lnTo>
                <a:lnTo>
                  <a:pt x="500482" y="500948"/>
                </a:lnTo>
                <a:lnTo>
                  <a:pt x="0" y="500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797052" y="3824954"/>
            <a:ext cx="501329" cy="501291"/>
          </a:xfrm>
          <a:custGeom>
            <a:avLst/>
            <a:gdLst/>
            <a:ahLst/>
            <a:cxnLst/>
            <a:rect r="r" b="b" t="t" l="l"/>
            <a:pathLst>
              <a:path h="501291" w="501329">
                <a:moveTo>
                  <a:pt x="0" y="0"/>
                </a:moveTo>
                <a:lnTo>
                  <a:pt x="501329" y="0"/>
                </a:lnTo>
                <a:lnTo>
                  <a:pt x="501329" y="501291"/>
                </a:lnTo>
                <a:lnTo>
                  <a:pt x="0" y="50129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518533" y="3824945"/>
            <a:ext cx="501329" cy="501301"/>
          </a:xfrm>
          <a:custGeom>
            <a:avLst/>
            <a:gdLst/>
            <a:ahLst/>
            <a:cxnLst/>
            <a:rect r="r" b="b" t="t" l="l"/>
            <a:pathLst>
              <a:path h="501301" w="501329">
                <a:moveTo>
                  <a:pt x="0" y="0"/>
                </a:moveTo>
                <a:lnTo>
                  <a:pt x="501329" y="0"/>
                </a:lnTo>
                <a:lnTo>
                  <a:pt x="501329" y="501300"/>
                </a:lnTo>
                <a:lnTo>
                  <a:pt x="0" y="5013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240023" y="3824983"/>
            <a:ext cx="501472" cy="501234"/>
          </a:xfrm>
          <a:custGeom>
            <a:avLst/>
            <a:gdLst/>
            <a:ahLst/>
            <a:cxnLst/>
            <a:rect r="r" b="b" t="t" l="l"/>
            <a:pathLst>
              <a:path h="501234" w="501472">
                <a:moveTo>
                  <a:pt x="0" y="0"/>
                </a:moveTo>
                <a:lnTo>
                  <a:pt x="501472" y="0"/>
                </a:lnTo>
                <a:lnTo>
                  <a:pt x="501472" y="501234"/>
                </a:lnTo>
                <a:lnTo>
                  <a:pt x="0" y="50123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961646" y="3824726"/>
            <a:ext cx="502082" cy="501758"/>
          </a:xfrm>
          <a:custGeom>
            <a:avLst/>
            <a:gdLst/>
            <a:ahLst/>
            <a:cxnLst/>
            <a:rect r="r" b="b" t="t" l="l"/>
            <a:pathLst>
              <a:path h="501758" w="502082">
                <a:moveTo>
                  <a:pt x="0" y="0"/>
                </a:moveTo>
                <a:lnTo>
                  <a:pt x="502082" y="0"/>
                </a:lnTo>
                <a:lnTo>
                  <a:pt x="502082" y="501758"/>
                </a:lnTo>
                <a:lnTo>
                  <a:pt x="0" y="50175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074895" y="3824640"/>
            <a:ext cx="500920" cy="500920"/>
          </a:xfrm>
          <a:custGeom>
            <a:avLst/>
            <a:gdLst/>
            <a:ahLst/>
            <a:cxnLst/>
            <a:rect r="r" b="b" t="t" l="l"/>
            <a:pathLst>
              <a:path h="500920" w="500920">
                <a:moveTo>
                  <a:pt x="0" y="0"/>
                </a:moveTo>
                <a:lnTo>
                  <a:pt x="500920" y="0"/>
                </a:lnTo>
                <a:lnTo>
                  <a:pt x="500920" y="500920"/>
                </a:lnTo>
                <a:lnTo>
                  <a:pt x="0" y="50092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683879" y="3824992"/>
            <a:ext cx="501529" cy="501225"/>
          </a:xfrm>
          <a:custGeom>
            <a:avLst/>
            <a:gdLst/>
            <a:ahLst/>
            <a:cxnLst/>
            <a:rect r="r" b="b" t="t" l="l"/>
            <a:pathLst>
              <a:path h="501225" w="501529">
                <a:moveTo>
                  <a:pt x="0" y="0"/>
                </a:moveTo>
                <a:lnTo>
                  <a:pt x="501530" y="0"/>
                </a:lnTo>
                <a:lnTo>
                  <a:pt x="501530" y="501225"/>
                </a:lnTo>
                <a:lnTo>
                  <a:pt x="0" y="50122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405570" y="3824888"/>
            <a:ext cx="501415" cy="501415"/>
          </a:xfrm>
          <a:custGeom>
            <a:avLst/>
            <a:gdLst/>
            <a:ahLst/>
            <a:cxnLst/>
            <a:rect r="r" b="b" t="t" l="l"/>
            <a:pathLst>
              <a:path h="501415" w="501415">
                <a:moveTo>
                  <a:pt x="0" y="0"/>
                </a:moveTo>
                <a:lnTo>
                  <a:pt x="501415" y="0"/>
                </a:lnTo>
                <a:lnTo>
                  <a:pt x="501415" y="501415"/>
                </a:lnTo>
                <a:lnTo>
                  <a:pt x="0" y="50141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907034" y="3029264"/>
            <a:ext cx="406708" cy="501548"/>
          </a:xfrm>
          <a:custGeom>
            <a:avLst/>
            <a:gdLst/>
            <a:ahLst/>
            <a:cxnLst/>
            <a:rect r="r" b="b" t="t" l="l"/>
            <a:pathLst>
              <a:path h="501548" w="406708">
                <a:moveTo>
                  <a:pt x="0" y="0"/>
                </a:moveTo>
                <a:lnTo>
                  <a:pt x="406707" y="0"/>
                </a:lnTo>
                <a:lnTo>
                  <a:pt x="406707" y="501549"/>
                </a:lnTo>
                <a:lnTo>
                  <a:pt x="0" y="501549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583594" y="3029293"/>
            <a:ext cx="426920" cy="501520"/>
          </a:xfrm>
          <a:custGeom>
            <a:avLst/>
            <a:gdLst/>
            <a:ahLst/>
            <a:cxnLst/>
            <a:rect r="r" b="b" t="t" l="l"/>
            <a:pathLst>
              <a:path h="501520" w="426920">
                <a:moveTo>
                  <a:pt x="0" y="0"/>
                </a:moveTo>
                <a:lnTo>
                  <a:pt x="426920" y="0"/>
                </a:lnTo>
                <a:lnTo>
                  <a:pt x="426920" y="501520"/>
                </a:lnTo>
                <a:lnTo>
                  <a:pt x="0" y="50152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700291" y="2977925"/>
            <a:ext cx="518293" cy="552888"/>
          </a:xfrm>
          <a:custGeom>
            <a:avLst/>
            <a:gdLst/>
            <a:ahLst/>
            <a:cxnLst/>
            <a:rect r="r" b="b" t="t" l="l"/>
            <a:pathLst>
              <a:path h="552888" w="518293">
                <a:moveTo>
                  <a:pt x="0" y="0"/>
                </a:moveTo>
                <a:lnTo>
                  <a:pt x="518293" y="0"/>
                </a:lnTo>
                <a:lnTo>
                  <a:pt x="518293" y="552888"/>
                </a:lnTo>
                <a:lnTo>
                  <a:pt x="0" y="552888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280358" y="3029474"/>
            <a:ext cx="416100" cy="501329"/>
          </a:xfrm>
          <a:custGeom>
            <a:avLst/>
            <a:gdLst/>
            <a:ahLst/>
            <a:cxnLst/>
            <a:rect r="r" b="b" t="t" l="l"/>
            <a:pathLst>
              <a:path h="501329" w="416100">
                <a:moveTo>
                  <a:pt x="0" y="0"/>
                </a:moveTo>
                <a:lnTo>
                  <a:pt x="416099" y="0"/>
                </a:lnTo>
                <a:lnTo>
                  <a:pt x="416099" y="501329"/>
                </a:lnTo>
                <a:lnTo>
                  <a:pt x="0" y="501329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966300" y="3029245"/>
            <a:ext cx="417100" cy="501567"/>
          </a:xfrm>
          <a:custGeom>
            <a:avLst/>
            <a:gdLst/>
            <a:ahLst/>
            <a:cxnLst/>
            <a:rect r="r" b="b" t="t" l="l"/>
            <a:pathLst>
              <a:path h="501567" w="417100">
                <a:moveTo>
                  <a:pt x="0" y="0"/>
                </a:moveTo>
                <a:lnTo>
                  <a:pt x="417100" y="0"/>
                </a:lnTo>
                <a:lnTo>
                  <a:pt x="417100" y="501568"/>
                </a:lnTo>
                <a:lnTo>
                  <a:pt x="0" y="501568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653243" y="3029360"/>
            <a:ext cx="412785" cy="501453"/>
          </a:xfrm>
          <a:custGeom>
            <a:avLst/>
            <a:gdLst/>
            <a:ahLst/>
            <a:cxnLst/>
            <a:rect r="r" b="b" t="t" l="l"/>
            <a:pathLst>
              <a:path h="501453" w="412785">
                <a:moveTo>
                  <a:pt x="0" y="0"/>
                </a:moveTo>
                <a:lnTo>
                  <a:pt x="412785" y="0"/>
                </a:lnTo>
                <a:lnTo>
                  <a:pt x="412785" y="501453"/>
                </a:lnTo>
                <a:lnTo>
                  <a:pt x="0" y="501453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5227358" y="3029360"/>
            <a:ext cx="409832" cy="501463"/>
          </a:xfrm>
          <a:custGeom>
            <a:avLst/>
            <a:gdLst/>
            <a:ahLst/>
            <a:cxnLst/>
            <a:rect r="r" b="b" t="t" l="l"/>
            <a:pathLst>
              <a:path h="501463" w="409832">
                <a:moveTo>
                  <a:pt x="0" y="0"/>
                </a:moveTo>
                <a:lnTo>
                  <a:pt x="409832" y="0"/>
                </a:lnTo>
                <a:lnTo>
                  <a:pt x="409832" y="501462"/>
                </a:lnTo>
                <a:lnTo>
                  <a:pt x="0" y="501462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488418" y="3029321"/>
            <a:ext cx="335709" cy="501482"/>
          </a:xfrm>
          <a:custGeom>
            <a:avLst/>
            <a:gdLst/>
            <a:ahLst/>
            <a:cxnLst/>
            <a:rect r="r" b="b" t="t" l="l"/>
            <a:pathLst>
              <a:path h="501482" w="335709">
                <a:moveTo>
                  <a:pt x="0" y="0"/>
                </a:moveTo>
                <a:lnTo>
                  <a:pt x="335709" y="0"/>
                </a:lnTo>
                <a:lnTo>
                  <a:pt x="335709" y="501482"/>
                </a:lnTo>
                <a:lnTo>
                  <a:pt x="0" y="501482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912154" y="2977925"/>
            <a:ext cx="518293" cy="552888"/>
          </a:xfrm>
          <a:custGeom>
            <a:avLst/>
            <a:gdLst/>
            <a:ahLst/>
            <a:cxnLst/>
            <a:rect r="r" b="b" t="t" l="l"/>
            <a:pathLst>
              <a:path h="552888" w="518293">
                <a:moveTo>
                  <a:pt x="0" y="0"/>
                </a:moveTo>
                <a:lnTo>
                  <a:pt x="518294" y="0"/>
                </a:lnTo>
                <a:lnTo>
                  <a:pt x="518294" y="552888"/>
                </a:lnTo>
                <a:lnTo>
                  <a:pt x="0" y="552888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9335872" y="2977925"/>
            <a:ext cx="518293" cy="552888"/>
          </a:xfrm>
          <a:custGeom>
            <a:avLst/>
            <a:gdLst/>
            <a:ahLst/>
            <a:cxnLst/>
            <a:rect r="r" b="b" t="t" l="l"/>
            <a:pathLst>
              <a:path h="552888" w="518293">
                <a:moveTo>
                  <a:pt x="0" y="0"/>
                </a:moveTo>
                <a:lnTo>
                  <a:pt x="518293" y="0"/>
                </a:lnTo>
                <a:lnTo>
                  <a:pt x="518293" y="552888"/>
                </a:lnTo>
                <a:lnTo>
                  <a:pt x="0" y="552888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0124008" y="2977925"/>
            <a:ext cx="518293" cy="552888"/>
          </a:xfrm>
          <a:custGeom>
            <a:avLst/>
            <a:gdLst/>
            <a:ahLst/>
            <a:cxnLst/>
            <a:rect r="r" b="b" t="t" l="l"/>
            <a:pathLst>
              <a:path h="552888" w="518293">
                <a:moveTo>
                  <a:pt x="0" y="0"/>
                </a:moveTo>
                <a:lnTo>
                  <a:pt x="518294" y="0"/>
                </a:lnTo>
                <a:lnTo>
                  <a:pt x="518294" y="552888"/>
                </a:lnTo>
                <a:lnTo>
                  <a:pt x="0" y="552888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7356634" y="5441175"/>
            <a:ext cx="501501" cy="450856"/>
          </a:xfrm>
          <a:custGeom>
            <a:avLst/>
            <a:gdLst/>
            <a:ahLst/>
            <a:cxnLst/>
            <a:rect r="r" b="b" t="t" l="l"/>
            <a:pathLst>
              <a:path h="450856" w="501501">
                <a:moveTo>
                  <a:pt x="0" y="0"/>
                </a:moveTo>
                <a:lnTo>
                  <a:pt x="501501" y="0"/>
                </a:lnTo>
                <a:lnTo>
                  <a:pt x="501501" y="450857"/>
                </a:lnTo>
                <a:lnTo>
                  <a:pt x="0" y="450857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5193125" y="5424383"/>
            <a:ext cx="501386" cy="484441"/>
          </a:xfrm>
          <a:custGeom>
            <a:avLst/>
            <a:gdLst/>
            <a:ahLst/>
            <a:cxnLst/>
            <a:rect r="r" b="b" t="t" l="l"/>
            <a:pathLst>
              <a:path h="484441" w="501386">
                <a:moveTo>
                  <a:pt x="0" y="0"/>
                </a:moveTo>
                <a:lnTo>
                  <a:pt x="501387" y="0"/>
                </a:lnTo>
                <a:lnTo>
                  <a:pt x="501387" y="484441"/>
                </a:lnTo>
                <a:lnTo>
                  <a:pt x="0" y="484441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8799004" y="5415839"/>
            <a:ext cx="501567" cy="501520"/>
          </a:xfrm>
          <a:custGeom>
            <a:avLst/>
            <a:gdLst/>
            <a:ahLst/>
            <a:cxnLst/>
            <a:rect r="r" b="b" t="t" l="l"/>
            <a:pathLst>
              <a:path h="501520" w="501567">
                <a:moveTo>
                  <a:pt x="0" y="0"/>
                </a:moveTo>
                <a:lnTo>
                  <a:pt x="501568" y="0"/>
                </a:lnTo>
                <a:lnTo>
                  <a:pt x="501568" y="501520"/>
                </a:lnTo>
                <a:lnTo>
                  <a:pt x="0" y="501520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5914234" y="5437842"/>
            <a:ext cx="501386" cy="457524"/>
          </a:xfrm>
          <a:custGeom>
            <a:avLst/>
            <a:gdLst/>
            <a:ahLst/>
            <a:cxnLst/>
            <a:rect r="r" b="b" t="t" l="l"/>
            <a:pathLst>
              <a:path h="457524" w="501386">
                <a:moveTo>
                  <a:pt x="0" y="0"/>
                </a:moveTo>
                <a:lnTo>
                  <a:pt x="501387" y="0"/>
                </a:lnTo>
                <a:lnTo>
                  <a:pt x="501387" y="457523"/>
                </a:lnTo>
                <a:lnTo>
                  <a:pt x="0" y="457523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6635391" y="5437184"/>
            <a:ext cx="501386" cy="458838"/>
          </a:xfrm>
          <a:custGeom>
            <a:avLst/>
            <a:gdLst/>
            <a:ahLst/>
            <a:cxnLst/>
            <a:rect r="r" b="b" t="t" l="l"/>
            <a:pathLst>
              <a:path h="458838" w="501386">
                <a:moveTo>
                  <a:pt x="0" y="0"/>
                </a:moveTo>
                <a:lnTo>
                  <a:pt x="501387" y="0"/>
                </a:lnTo>
                <a:lnTo>
                  <a:pt x="501387" y="458839"/>
                </a:lnTo>
                <a:lnTo>
                  <a:pt x="0" y="458839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8077943" y="5439394"/>
            <a:ext cx="501244" cy="454428"/>
          </a:xfrm>
          <a:custGeom>
            <a:avLst/>
            <a:gdLst/>
            <a:ahLst/>
            <a:cxnLst/>
            <a:rect r="r" b="b" t="t" l="l"/>
            <a:pathLst>
              <a:path h="454428" w="501244">
                <a:moveTo>
                  <a:pt x="0" y="0"/>
                </a:moveTo>
                <a:lnTo>
                  <a:pt x="501244" y="0"/>
                </a:lnTo>
                <a:lnTo>
                  <a:pt x="501244" y="454428"/>
                </a:lnTo>
                <a:lnTo>
                  <a:pt x="0" y="454428"/>
                </a:lnTo>
                <a:lnTo>
                  <a:pt x="0" y="0"/>
                </a:lnTo>
                <a:close/>
              </a:path>
            </a:pathLst>
          </a:custGeom>
          <a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9520371" y="5428631"/>
            <a:ext cx="501548" cy="475945"/>
          </a:xfrm>
          <a:custGeom>
            <a:avLst/>
            <a:gdLst/>
            <a:ahLst/>
            <a:cxnLst/>
            <a:rect r="r" b="b" t="t" l="l"/>
            <a:pathLst>
              <a:path h="475945" w="501548">
                <a:moveTo>
                  <a:pt x="0" y="0"/>
                </a:moveTo>
                <a:lnTo>
                  <a:pt x="501548" y="0"/>
                </a:lnTo>
                <a:lnTo>
                  <a:pt x="501548" y="475945"/>
                </a:lnTo>
                <a:lnTo>
                  <a:pt x="0" y="475945"/>
                </a:lnTo>
                <a:lnTo>
                  <a:pt x="0" y="0"/>
                </a:lnTo>
                <a:close/>
              </a:path>
            </a:pathLst>
          </a:custGeom>
          <a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0241737" y="5426154"/>
            <a:ext cx="501501" cy="480898"/>
          </a:xfrm>
          <a:custGeom>
            <a:avLst/>
            <a:gdLst/>
            <a:ahLst/>
            <a:cxnLst/>
            <a:rect r="r" b="b" t="t" l="l"/>
            <a:pathLst>
              <a:path h="480898" w="501501">
                <a:moveTo>
                  <a:pt x="0" y="0"/>
                </a:moveTo>
                <a:lnTo>
                  <a:pt x="501501" y="0"/>
                </a:lnTo>
                <a:lnTo>
                  <a:pt x="501501" y="480899"/>
                </a:lnTo>
                <a:lnTo>
                  <a:pt x="0" y="480899"/>
                </a:lnTo>
                <a:lnTo>
                  <a:pt x="0" y="0"/>
                </a:lnTo>
                <a:close/>
              </a:path>
            </a:pathLst>
          </a:custGeom>
          <a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1684375" y="5441842"/>
            <a:ext cx="501329" cy="449513"/>
          </a:xfrm>
          <a:custGeom>
            <a:avLst/>
            <a:gdLst/>
            <a:ahLst/>
            <a:cxnLst/>
            <a:rect r="r" b="b" t="t" l="l"/>
            <a:pathLst>
              <a:path h="449513" w="501329">
                <a:moveTo>
                  <a:pt x="0" y="0"/>
                </a:moveTo>
                <a:lnTo>
                  <a:pt x="501329" y="0"/>
                </a:lnTo>
                <a:lnTo>
                  <a:pt x="501329" y="449513"/>
                </a:lnTo>
                <a:lnTo>
                  <a:pt x="0" y="449513"/>
                </a:lnTo>
                <a:lnTo>
                  <a:pt x="0" y="0"/>
                </a:lnTo>
                <a:close/>
              </a:path>
            </a:pathLst>
          </a:custGeom>
          <a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2405522" y="5429250"/>
            <a:ext cx="501510" cy="474707"/>
          </a:xfrm>
          <a:custGeom>
            <a:avLst/>
            <a:gdLst/>
            <a:ahLst/>
            <a:cxnLst/>
            <a:rect r="r" b="b" t="t" l="l"/>
            <a:pathLst>
              <a:path h="474707" w="501510">
                <a:moveTo>
                  <a:pt x="0" y="0"/>
                </a:moveTo>
                <a:lnTo>
                  <a:pt x="501510" y="0"/>
                </a:lnTo>
                <a:lnTo>
                  <a:pt x="501510" y="474707"/>
                </a:lnTo>
                <a:lnTo>
                  <a:pt x="0" y="474707"/>
                </a:lnTo>
                <a:lnTo>
                  <a:pt x="0" y="0"/>
                </a:lnTo>
                <a:close/>
              </a:path>
            </a:pathLst>
          </a:custGeom>
          <a:blipFill>
            <a:blip r:embed="rId66">
              <a:extLs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0963027" y="5438375"/>
            <a:ext cx="501529" cy="456448"/>
          </a:xfrm>
          <a:custGeom>
            <a:avLst/>
            <a:gdLst/>
            <a:ahLst/>
            <a:cxnLst/>
            <a:rect r="r" b="b" t="t" l="l"/>
            <a:pathLst>
              <a:path h="456448" w="501529">
                <a:moveTo>
                  <a:pt x="0" y="0"/>
                </a:moveTo>
                <a:lnTo>
                  <a:pt x="501530" y="0"/>
                </a:lnTo>
                <a:lnTo>
                  <a:pt x="501530" y="456447"/>
                </a:lnTo>
                <a:lnTo>
                  <a:pt x="0" y="456447"/>
                </a:lnTo>
                <a:lnTo>
                  <a:pt x="0" y="0"/>
                </a:lnTo>
                <a:close/>
              </a:path>
            </a:pathLst>
          </a:custGeom>
          <a:blipFill>
            <a:blip r:embed="rId68">
              <a:extLst>
                <a:ext uri="{96DAC541-7B7A-43D3-8B79-37D633B846F1}">
                  <asvg:svgBlip xmlns:asvg="http://schemas.microsoft.com/office/drawing/2016/SVG/main" r:embed="rId6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7366264" y="4649257"/>
            <a:ext cx="501539" cy="443836"/>
          </a:xfrm>
          <a:custGeom>
            <a:avLst/>
            <a:gdLst/>
            <a:ahLst/>
            <a:cxnLst/>
            <a:rect r="r" b="b" t="t" l="l"/>
            <a:pathLst>
              <a:path h="443836" w="501539">
                <a:moveTo>
                  <a:pt x="0" y="0"/>
                </a:moveTo>
                <a:lnTo>
                  <a:pt x="501538" y="0"/>
                </a:lnTo>
                <a:lnTo>
                  <a:pt x="501538" y="443837"/>
                </a:lnTo>
                <a:lnTo>
                  <a:pt x="0" y="443837"/>
                </a:lnTo>
                <a:lnTo>
                  <a:pt x="0" y="0"/>
                </a:lnTo>
                <a:close/>
              </a:path>
            </a:pathLst>
          </a:custGeom>
          <a:blipFill>
            <a:blip r:embed="rId70">
              <a:extLst>
                <a:ext uri="{96DAC541-7B7A-43D3-8B79-37D633B846F1}">
                  <asvg:svgBlip xmlns:asvg="http://schemas.microsoft.com/office/drawing/2016/SVG/main" r:embed="rId7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8144085" y="4668964"/>
            <a:ext cx="501491" cy="404412"/>
          </a:xfrm>
          <a:custGeom>
            <a:avLst/>
            <a:gdLst/>
            <a:ahLst/>
            <a:cxnLst/>
            <a:rect r="r" b="b" t="t" l="l"/>
            <a:pathLst>
              <a:path h="404412" w="501491">
                <a:moveTo>
                  <a:pt x="0" y="0"/>
                </a:moveTo>
                <a:lnTo>
                  <a:pt x="501491" y="0"/>
                </a:lnTo>
                <a:lnTo>
                  <a:pt x="501491" y="404413"/>
                </a:lnTo>
                <a:lnTo>
                  <a:pt x="0" y="404413"/>
                </a:lnTo>
                <a:lnTo>
                  <a:pt x="0" y="0"/>
                </a:lnTo>
                <a:close/>
              </a:path>
            </a:pathLst>
          </a:custGeom>
          <a:blipFill>
            <a:blip r:embed="rId72"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9699584" y="4620549"/>
            <a:ext cx="499367" cy="501234"/>
          </a:xfrm>
          <a:custGeom>
            <a:avLst/>
            <a:gdLst/>
            <a:ahLst/>
            <a:cxnLst/>
            <a:rect r="r" b="b" t="t" l="l"/>
            <a:pathLst>
              <a:path h="501234" w="499367">
                <a:moveTo>
                  <a:pt x="0" y="0"/>
                </a:moveTo>
                <a:lnTo>
                  <a:pt x="499367" y="0"/>
                </a:lnTo>
                <a:lnTo>
                  <a:pt x="499367" y="501234"/>
                </a:lnTo>
                <a:lnTo>
                  <a:pt x="0" y="501234"/>
                </a:lnTo>
                <a:lnTo>
                  <a:pt x="0" y="0"/>
                </a:lnTo>
                <a:close/>
              </a:path>
            </a:pathLst>
          </a:custGeom>
          <a:blipFill>
            <a:blip r:embed="rId74">
              <a:extLst>
                <a:ext uri="{96DAC541-7B7A-43D3-8B79-37D633B846F1}">
                  <asvg:svgBlip xmlns:asvg="http://schemas.microsoft.com/office/drawing/2016/SVG/main" r:embed="rId7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8921839" y="4653143"/>
            <a:ext cx="501463" cy="436064"/>
          </a:xfrm>
          <a:custGeom>
            <a:avLst/>
            <a:gdLst/>
            <a:ahLst/>
            <a:cxnLst/>
            <a:rect r="r" b="b" t="t" l="l"/>
            <a:pathLst>
              <a:path h="436064" w="501463">
                <a:moveTo>
                  <a:pt x="0" y="0"/>
                </a:moveTo>
                <a:lnTo>
                  <a:pt x="501463" y="0"/>
                </a:lnTo>
                <a:lnTo>
                  <a:pt x="501463" y="436065"/>
                </a:lnTo>
                <a:lnTo>
                  <a:pt x="0" y="436065"/>
                </a:lnTo>
                <a:lnTo>
                  <a:pt x="0" y="0"/>
                </a:lnTo>
                <a:close/>
              </a:path>
            </a:pathLst>
          </a:custGeom>
          <a:blipFill>
            <a:blip r:embed="rId76">
              <a:extLst>
                <a:ext uri="{96DAC541-7B7A-43D3-8B79-37D633B846F1}">
                  <asvg:svgBlip xmlns:asvg="http://schemas.microsoft.com/office/drawing/2016/SVG/main" r:embed="rId7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1252940" y="4620511"/>
            <a:ext cx="498691" cy="501320"/>
          </a:xfrm>
          <a:custGeom>
            <a:avLst/>
            <a:gdLst/>
            <a:ahLst/>
            <a:cxnLst/>
            <a:rect r="r" b="b" t="t" l="l"/>
            <a:pathLst>
              <a:path h="501320" w="498691">
                <a:moveTo>
                  <a:pt x="0" y="0"/>
                </a:moveTo>
                <a:lnTo>
                  <a:pt x="498691" y="0"/>
                </a:lnTo>
                <a:lnTo>
                  <a:pt x="498691" y="501320"/>
                </a:lnTo>
                <a:lnTo>
                  <a:pt x="0" y="501320"/>
                </a:lnTo>
                <a:lnTo>
                  <a:pt x="0" y="0"/>
                </a:lnTo>
                <a:close/>
              </a:path>
            </a:pathLst>
          </a:custGeom>
          <a:blipFill>
            <a:blip r:embed="rId78">
              <a:extLst>
                <a:ext uri="{96DAC541-7B7A-43D3-8B79-37D633B846F1}">
                  <asvg:svgBlip xmlns:asvg="http://schemas.microsoft.com/office/drawing/2016/SVG/main" r:embed="rId7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0475224" y="4620454"/>
            <a:ext cx="501444" cy="501425"/>
          </a:xfrm>
          <a:custGeom>
            <a:avLst/>
            <a:gdLst/>
            <a:ahLst/>
            <a:cxnLst/>
            <a:rect r="r" b="b" t="t" l="l"/>
            <a:pathLst>
              <a:path h="501425" w="501444">
                <a:moveTo>
                  <a:pt x="0" y="0"/>
                </a:moveTo>
                <a:lnTo>
                  <a:pt x="501443" y="0"/>
                </a:lnTo>
                <a:lnTo>
                  <a:pt x="501443" y="501424"/>
                </a:lnTo>
                <a:lnTo>
                  <a:pt x="0" y="501424"/>
                </a:lnTo>
                <a:lnTo>
                  <a:pt x="0" y="0"/>
                </a:lnTo>
                <a:close/>
              </a:path>
            </a:pathLst>
          </a:custGeom>
          <a:blipFill>
            <a:blip r:embed="rId80">
              <a:extLst>
                <a:ext uri="{96DAC541-7B7A-43D3-8B79-37D633B846F1}">
                  <asvg:svgBlip xmlns:asvg="http://schemas.microsoft.com/office/drawing/2016/SVG/main" r:embed="rId8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6748320" y="4620397"/>
            <a:ext cx="341662" cy="501558"/>
          </a:xfrm>
          <a:custGeom>
            <a:avLst/>
            <a:gdLst/>
            <a:ahLst/>
            <a:cxnLst/>
            <a:rect r="r" b="b" t="t" l="l"/>
            <a:pathLst>
              <a:path h="501558" w="341662">
                <a:moveTo>
                  <a:pt x="0" y="0"/>
                </a:moveTo>
                <a:lnTo>
                  <a:pt x="341661" y="0"/>
                </a:lnTo>
                <a:lnTo>
                  <a:pt x="341661" y="501557"/>
                </a:lnTo>
                <a:lnTo>
                  <a:pt x="0" y="501557"/>
                </a:lnTo>
                <a:lnTo>
                  <a:pt x="0" y="0"/>
                </a:lnTo>
                <a:close/>
              </a:path>
            </a:pathLst>
          </a:custGeom>
          <a:blipFill>
            <a:blip r:embed="rId82">
              <a:extLst>
                <a:ext uri="{96DAC541-7B7A-43D3-8B79-37D633B846F1}">
                  <asvg:svgBlip xmlns:asvg="http://schemas.microsoft.com/office/drawing/2016/SVG/main" r:embed="rId8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2027913" y="4620520"/>
            <a:ext cx="213512" cy="501291"/>
          </a:xfrm>
          <a:custGeom>
            <a:avLst/>
            <a:gdLst/>
            <a:ahLst/>
            <a:cxnLst/>
            <a:rect r="r" b="b" t="t" l="l"/>
            <a:pathLst>
              <a:path h="501291" w="213512">
                <a:moveTo>
                  <a:pt x="0" y="0"/>
                </a:moveTo>
                <a:lnTo>
                  <a:pt x="213512" y="0"/>
                </a:lnTo>
                <a:lnTo>
                  <a:pt x="213512" y="501292"/>
                </a:lnTo>
                <a:lnTo>
                  <a:pt x="0" y="501292"/>
                </a:lnTo>
                <a:lnTo>
                  <a:pt x="0" y="0"/>
                </a:lnTo>
                <a:close/>
              </a:path>
            </a:pathLst>
          </a:custGeom>
          <a:blipFill>
            <a:blip r:embed="rId84">
              <a:extLst>
                <a:ext uri="{96DAC541-7B7A-43D3-8B79-37D633B846F1}">
                  <asvg:svgBlip xmlns:asvg="http://schemas.microsoft.com/office/drawing/2016/SVG/main" r:embed="rId8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2517050" y="4620244"/>
            <a:ext cx="276977" cy="501205"/>
          </a:xfrm>
          <a:custGeom>
            <a:avLst/>
            <a:gdLst/>
            <a:ahLst/>
            <a:cxnLst/>
            <a:rect r="r" b="b" t="t" l="l"/>
            <a:pathLst>
              <a:path h="501205" w="276977">
                <a:moveTo>
                  <a:pt x="0" y="0"/>
                </a:moveTo>
                <a:lnTo>
                  <a:pt x="276978" y="0"/>
                </a:lnTo>
                <a:lnTo>
                  <a:pt x="276978" y="501206"/>
                </a:lnTo>
                <a:lnTo>
                  <a:pt x="0" y="501206"/>
                </a:lnTo>
                <a:lnTo>
                  <a:pt x="0" y="0"/>
                </a:lnTo>
                <a:close/>
              </a:path>
            </a:pathLst>
          </a:custGeom>
          <a:blipFill>
            <a:blip r:embed="rId86">
              <a:extLst>
                <a:ext uri="{96DAC541-7B7A-43D3-8B79-37D633B846F1}">
                  <asvg:svgBlip xmlns:asvg="http://schemas.microsoft.com/office/drawing/2016/SVG/main" r:embed="rId8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5970689" y="4620473"/>
            <a:ext cx="501491" cy="501406"/>
          </a:xfrm>
          <a:custGeom>
            <a:avLst/>
            <a:gdLst/>
            <a:ahLst/>
            <a:cxnLst/>
            <a:rect r="r" b="b" t="t" l="l"/>
            <a:pathLst>
              <a:path h="501406" w="501491">
                <a:moveTo>
                  <a:pt x="0" y="0"/>
                </a:moveTo>
                <a:lnTo>
                  <a:pt x="501491" y="0"/>
                </a:lnTo>
                <a:lnTo>
                  <a:pt x="501491" y="501405"/>
                </a:lnTo>
                <a:lnTo>
                  <a:pt x="0" y="501405"/>
                </a:lnTo>
                <a:lnTo>
                  <a:pt x="0" y="0"/>
                </a:lnTo>
                <a:close/>
              </a:path>
            </a:pathLst>
          </a:custGeom>
          <a:blipFill>
            <a:blip r:embed="rId88">
              <a:extLst>
                <a:ext uri="{96DAC541-7B7A-43D3-8B79-37D633B846F1}">
                  <asvg:svgBlip xmlns:asvg="http://schemas.microsoft.com/office/drawing/2016/SVG/main" r:embed="rId8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5193135" y="4620425"/>
            <a:ext cx="501272" cy="501491"/>
          </a:xfrm>
          <a:custGeom>
            <a:avLst/>
            <a:gdLst/>
            <a:ahLst/>
            <a:cxnLst/>
            <a:rect r="r" b="b" t="t" l="l"/>
            <a:pathLst>
              <a:path h="501491" w="501272">
                <a:moveTo>
                  <a:pt x="0" y="0"/>
                </a:moveTo>
                <a:lnTo>
                  <a:pt x="501272" y="0"/>
                </a:lnTo>
                <a:lnTo>
                  <a:pt x="501272" y="501491"/>
                </a:lnTo>
                <a:lnTo>
                  <a:pt x="0" y="501491"/>
                </a:lnTo>
                <a:lnTo>
                  <a:pt x="0" y="0"/>
                </a:lnTo>
                <a:close/>
              </a:path>
            </a:pathLst>
          </a:custGeom>
          <a:blipFill>
            <a:blip r:embed="rId90">
              <a:extLst>
                <a:ext uri="{96DAC541-7B7A-43D3-8B79-37D633B846F1}">
                  <asvg:svgBlip xmlns:asvg="http://schemas.microsoft.com/office/drawing/2016/SVG/main" r:embed="rId9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5130013" y="6236303"/>
            <a:ext cx="501644" cy="450590"/>
          </a:xfrm>
          <a:custGeom>
            <a:avLst/>
            <a:gdLst/>
            <a:ahLst/>
            <a:cxnLst/>
            <a:rect r="r" b="b" t="t" l="l"/>
            <a:pathLst>
              <a:path h="450590" w="501644">
                <a:moveTo>
                  <a:pt x="0" y="0"/>
                </a:moveTo>
                <a:lnTo>
                  <a:pt x="501643" y="0"/>
                </a:lnTo>
                <a:lnTo>
                  <a:pt x="501643" y="450590"/>
                </a:lnTo>
                <a:lnTo>
                  <a:pt x="0" y="450590"/>
                </a:lnTo>
                <a:lnTo>
                  <a:pt x="0" y="0"/>
                </a:lnTo>
                <a:close/>
              </a:path>
            </a:pathLst>
          </a:custGeom>
          <a:blipFill>
            <a:blip r:embed="rId92">
              <a:extLst>
                <a:ext uri="{96DAC541-7B7A-43D3-8B79-37D633B846F1}">
                  <asvg:svgBlip xmlns:asvg="http://schemas.microsoft.com/office/drawing/2016/SVG/main" r:embed="rId9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6027001" y="6229160"/>
            <a:ext cx="501644" cy="464944"/>
          </a:xfrm>
          <a:custGeom>
            <a:avLst/>
            <a:gdLst/>
            <a:ahLst/>
            <a:cxnLst/>
            <a:rect r="r" b="b" t="t" l="l"/>
            <a:pathLst>
              <a:path h="464944" w="501644">
                <a:moveTo>
                  <a:pt x="0" y="0"/>
                </a:moveTo>
                <a:lnTo>
                  <a:pt x="501644" y="0"/>
                </a:lnTo>
                <a:lnTo>
                  <a:pt x="501644" y="464943"/>
                </a:lnTo>
                <a:lnTo>
                  <a:pt x="0" y="464943"/>
                </a:lnTo>
                <a:lnTo>
                  <a:pt x="0" y="0"/>
                </a:lnTo>
                <a:close/>
              </a:path>
            </a:pathLst>
          </a:custGeom>
          <a:blipFill>
            <a:blip r:embed="rId94">
              <a:extLst>
                <a:ext uri="{96DAC541-7B7A-43D3-8B79-37D633B846F1}">
                  <asvg:svgBlip xmlns:asvg="http://schemas.microsoft.com/office/drawing/2016/SVG/main" r:embed="rId9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8822998" y="6211281"/>
            <a:ext cx="496500" cy="501434"/>
          </a:xfrm>
          <a:custGeom>
            <a:avLst/>
            <a:gdLst/>
            <a:ahLst/>
            <a:cxnLst/>
            <a:rect r="r" b="b" t="t" l="l"/>
            <a:pathLst>
              <a:path h="501434" w="496500">
                <a:moveTo>
                  <a:pt x="0" y="0"/>
                </a:moveTo>
                <a:lnTo>
                  <a:pt x="496500" y="0"/>
                </a:lnTo>
                <a:lnTo>
                  <a:pt x="496500" y="501434"/>
                </a:lnTo>
                <a:lnTo>
                  <a:pt x="0" y="501434"/>
                </a:lnTo>
                <a:lnTo>
                  <a:pt x="0" y="0"/>
                </a:lnTo>
                <a:close/>
              </a:path>
            </a:pathLst>
          </a:custGeom>
          <a:blipFill>
            <a:blip r:embed="rId96">
              <a:extLst>
                <a:ext uri="{96DAC541-7B7A-43D3-8B79-37D633B846F1}">
                  <asvg:svgBlip xmlns:asvg="http://schemas.microsoft.com/office/drawing/2016/SVG/main" r:embed="rId9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9714881" y="6236551"/>
            <a:ext cx="501358" cy="450923"/>
          </a:xfrm>
          <a:custGeom>
            <a:avLst/>
            <a:gdLst/>
            <a:ahLst/>
            <a:cxnLst/>
            <a:rect r="r" b="b" t="t" l="l"/>
            <a:pathLst>
              <a:path h="450923" w="501358">
                <a:moveTo>
                  <a:pt x="0" y="0"/>
                </a:moveTo>
                <a:lnTo>
                  <a:pt x="501358" y="0"/>
                </a:lnTo>
                <a:lnTo>
                  <a:pt x="501358" y="450923"/>
                </a:lnTo>
                <a:lnTo>
                  <a:pt x="0" y="450923"/>
                </a:lnTo>
                <a:lnTo>
                  <a:pt x="0" y="0"/>
                </a:lnTo>
                <a:close/>
              </a:path>
            </a:pathLst>
          </a:custGeom>
          <a:blipFill>
            <a:blip r:embed="rId98">
              <a:extLst>
                <a:ext uri="{96DAC541-7B7A-43D3-8B79-37D633B846F1}">
                  <asvg:svgBlip xmlns:asvg="http://schemas.microsoft.com/office/drawing/2016/SVG/main" r:embed="rId9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1508715" y="6236637"/>
            <a:ext cx="501396" cy="450733"/>
          </a:xfrm>
          <a:custGeom>
            <a:avLst/>
            <a:gdLst/>
            <a:ahLst/>
            <a:cxnLst/>
            <a:rect r="r" b="b" t="t" l="l"/>
            <a:pathLst>
              <a:path h="450733" w="501396">
                <a:moveTo>
                  <a:pt x="0" y="0"/>
                </a:moveTo>
                <a:lnTo>
                  <a:pt x="501396" y="0"/>
                </a:lnTo>
                <a:lnTo>
                  <a:pt x="501396" y="450732"/>
                </a:lnTo>
                <a:lnTo>
                  <a:pt x="0" y="450732"/>
                </a:lnTo>
                <a:lnTo>
                  <a:pt x="0" y="0"/>
                </a:lnTo>
                <a:close/>
              </a:path>
            </a:pathLst>
          </a:custGeom>
          <a:blipFill>
            <a:blip r:embed="rId100">
              <a:extLst>
                <a:ext uri="{96DAC541-7B7A-43D3-8B79-37D633B846F1}">
                  <asvg:svgBlip xmlns:asvg="http://schemas.microsoft.com/office/drawing/2016/SVG/main" r:embed="rId10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12398245" y="6203890"/>
            <a:ext cx="516084" cy="515855"/>
          </a:xfrm>
          <a:custGeom>
            <a:avLst/>
            <a:gdLst/>
            <a:ahLst/>
            <a:cxnLst/>
            <a:rect r="r" b="b" t="t" l="l"/>
            <a:pathLst>
              <a:path h="515855" w="516084">
                <a:moveTo>
                  <a:pt x="0" y="0"/>
                </a:moveTo>
                <a:lnTo>
                  <a:pt x="516083" y="0"/>
                </a:lnTo>
                <a:lnTo>
                  <a:pt x="516083" y="515855"/>
                </a:lnTo>
                <a:lnTo>
                  <a:pt x="0" y="515855"/>
                </a:lnTo>
                <a:lnTo>
                  <a:pt x="0" y="0"/>
                </a:lnTo>
                <a:close/>
              </a:path>
            </a:pathLst>
          </a:custGeom>
          <a:blipFill>
            <a:blip r:embed="rId102">
              <a:extLst>
                <a:ext uri="{96DAC541-7B7A-43D3-8B79-37D633B846F1}">
                  <asvg:svgBlip xmlns:asvg="http://schemas.microsoft.com/office/drawing/2016/SVG/main" r:embed="rId10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0611745" y="6222797"/>
            <a:ext cx="501548" cy="478403"/>
          </a:xfrm>
          <a:custGeom>
            <a:avLst/>
            <a:gdLst/>
            <a:ahLst/>
            <a:cxnLst/>
            <a:rect r="r" b="b" t="t" l="l"/>
            <a:pathLst>
              <a:path h="478403" w="501548">
                <a:moveTo>
                  <a:pt x="0" y="0"/>
                </a:moveTo>
                <a:lnTo>
                  <a:pt x="501549" y="0"/>
                </a:lnTo>
                <a:lnTo>
                  <a:pt x="501549" y="478402"/>
                </a:lnTo>
                <a:lnTo>
                  <a:pt x="0" y="478402"/>
                </a:lnTo>
                <a:lnTo>
                  <a:pt x="0" y="0"/>
                </a:lnTo>
                <a:close/>
              </a:path>
            </a:pathLst>
          </a:custGeom>
          <a:blipFill>
            <a:blip r:embed="rId104">
              <a:extLst>
                <a:ext uri="{96DAC541-7B7A-43D3-8B79-37D633B846F1}">
                  <asvg:svgBlip xmlns:asvg="http://schemas.microsoft.com/office/drawing/2016/SVG/main" r:embed="rId10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6923608" y="6284214"/>
            <a:ext cx="1503931" cy="355540"/>
          </a:xfrm>
          <a:custGeom>
            <a:avLst/>
            <a:gdLst/>
            <a:ahLst/>
            <a:cxnLst/>
            <a:rect r="r" b="b" t="t" l="l"/>
            <a:pathLst>
              <a:path h="355540" w="1503931">
                <a:moveTo>
                  <a:pt x="0" y="0"/>
                </a:moveTo>
                <a:lnTo>
                  <a:pt x="1503931" y="0"/>
                </a:lnTo>
                <a:lnTo>
                  <a:pt x="1503931" y="355540"/>
                </a:lnTo>
                <a:lnTo>
                  <a:pt x="0" y="355540"/>
                </a:lnTo>
                <a:lnTo>
                  <a:pt x="0" y="0"/>
                </a:lnTo>
                <a:close/>
              </a:path>
            </a:pathLst>
          </a:custGeom>
          <a:blipFill>
            <a:blip r:embed="rId106">
              <a:extLst>
                <a:ext uri="{96DAC541-7B7A-43D3-8B79-37D633B846F1}">
                  <asvg:svgBlip xmlns:asvg="http://schemas.microsoft.com/office/drawing/2016/SVG/main" r:embed="rId10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6026868" y="7008190"/>
            <a:ext cx="501453" cy="498319"/>
          </a:xfrm>
          <a:custGeom>
            <a:avLst/>
            <a:gdLst/>
            <a:ahLst/>
            <a:cxnLst/>
            <a:rect r="r" b="b" t="t" l="l"/>
            <a:pathLst>
              <a:path h="498319" w="501453">
                <a:moveTo>
                  <a:pt x="0" y="0"/>
                </a:moveTo>
                <a:lnTo>
                  <a:pt x="501453" y="0"/>
                </a:lnTo>
                <a:lnTo>
                  <a:pt x="501453" y="498320"/>
                </a:lnTo>
                <a:lnTo>
                  <a:pt x="0" y="498320"/>
                </a:lnTo>
                <a:lnTo>
                  <a:pt x="0" y="0"/>
                </a:lnTo>
                <a:close/>
              </a:path>
            </a:pathLst>
          </a:custGeom>
          <a:blipFill>
            <a:blip r:embed="rId108">
              <a:extLst>
                <a:ext uri="{96DAC541-7B7A-43D3-8B79-37D633B846F1}">
                  <asvg:svgBlip xmlns:asvg="http://schemas.microsoft.com/office/drawing/2016/SVG/main" r:embed="rId10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11549320" y="7006600"/>
            <a:ext cx="419681" cy="501510"/>
          </a:xfrm>
          <a:custGeom>
            <a:avLst/>
            <a:gdLst/>
            <a:ahLst/>
            <a:cxnLst/>
            <a:rect r="r" b="b" t="t" l="l"/>
            <a:pathLst>
              <a:path h="501510" w="419681">
                <a:moveTo>
                  <a:pt x="0" y="0"/>
                </a:moveTo>
                <a:lnTo>
                  <a:pt x="419681" y="0"/>
                </a:lnTo>
                <a:lnTo>
                  <a:pt x="419681" y="501510"/>
                </a:lnTo>
                <a:lnTo>
                  <a:pt x="0" y="501510"/>
                </a:lnTo>
                <a:lnTo>
                  <a:pt x="0" y="0"/>
                </a:lnTo>
                <a:close/>
              </a:path>
            </a:pathLst>
          </a:custGeom>
          <a:blipFill>
            <a:blip r:embed="rId110">
              <a:extLst>
                <a:ext uri="{96DAC541-7B7A-43D3-8B79-37D633B846F1}">
                  <asvg:svgBlip xmlns:asvg="http://schemas.microsoft.com/office/drawing/2016/SVG/main" r:embed="rId1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7142464" y="7006628"/>
            <a:ext cx="626812" cy="501453"/>
          </a:xfrm>
          <a:custGeom>
            <a:avLst/>
            <a:gdLst/>
            <a:ahLst/>
            <a:cxnLst/>
            <a:rect r="r" b="b" t="t" l="l"/>
            <a:pathLst>
              <a:path h="501453" w="626812">
                <a:moveTo>
                  <a:pt x="0" y="0"/>
                </a:moveTo>
                <a:lnTo>
                  <a:pt x="626812" y="0"/>
                </a:lnTo>
                <a:lnTo>
                  <a:pt x="626812" y="501453"/>
                </a:lnTo>
                <a:lnTo>
                  <a:pt x="0" y="501453"/>
                </a:lnTo>
                <a:lnTo>
                  <a:pt x="0" y="0"/>
                </a:lnTo>
                <a:close/>
              </a:path>
            </a:pathLst>
          </a:custGeom>
          <a:blipFill>
            <a:blip r:embed="rId112">
              <a:extLst>
                <a:ext uri="{96DAC541-7B7A-43D3-8B79-37D633B846F1}">
                  <asvg:svgBlip xmlns:asvg="http://schemas.microsoft.com/office/drawing/2016/SVG/main" r:embed="rId1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8383419" y="7006695"/>
            <a:ext cx="1214847" cy="501320"/>
          </a:xfrm>
          <a:custGeom>
            <a:avLst/>
            <a:gdLst/>
            <a:ahLst/>
            <a:cxnLst/>
            <a:rect r="r" b="b" t="t" l="l"/>
            <a:pathLst>
              <a:path h="501320" w="1214847">
                <a:moveTo>
                  <a:pt x="0" y="0"/>
                </a:moveTo>
                <a:lnTo>
                  <a:pt x="1214847" y="0"/>
                </a:lnTo>
                <a:lnTo>
                  <a:pt x="1214847" y="501320"/>
                </a:lnTo>
                <a:lnTo>
                  <a:pt x="0" y="501320"/>
                </a:lnTo>
                <a:lnTo>
                  <a:pt x="0" y="0"/>
                </a:lnTo>
                <a:close/>
              </a:path>
            </a:pathLst>
          </a:custGeom>
          <a:blipFill>
            <a:blip r:embed="rId114">
              <a:extLst>
                <a:ext uri="{96DAC541-7B7A-43D3-8B79-37D633B846F1}">
                  <asvg:svgBlip xmlns:asvg="http://schemas.microsoft.com/office/drawing/2016/SVG/main" r:embed="rId1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10212400" y="7006457"/>
            <a:ext cx="722776" cy="501787"/>
          </a:xfrm>
          <a:custGeom>
            <a:avLst/>
            <a:gdLst/>
            <a:ahLst/>
            <a:cxnLst/>
            <a:rect r="r" b="b" t="t" l="l"/>
            <a:pathLst>
              <a:path h="501787" w="722776">
                <a:moveTo>
                  <a:pt x="0" y="0"/>
                </a:moveTo>
                <a:lnTo>
                  <a:pt x="722776" y="0"/>
                </a:lnTo>
                <a:lnTo>
                  <a:pt x="722776" y="501786"/>
                </a:lnTo>
                <a:lnTo>
                  <a:pt x="0" y="501786"/>
                </a:lnTo>
                <a:lnTo>
                  <a:pt x="0" y="0"/>
                </a:lnTo>
                <a:close/>
              </a:path>
            </a:pathLst>
          </a:custGeom>
          <a:blipFill>
            <a:blip r:embed="rId116">
              <a:extLst>
                <a:ext uri="{96DAC541-7B7A-43D3-8B79-37D633B846F1}">
                  <asvg:svgBlip xmlns:asvg="http://schemas.microsoft.com/office/drawing/2016/SVG/main" r:embed="rId1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4874990" y="2361038"/>
            <a:ext cx="8362579" cy="445837"/>
            <a:chOff x="0" y="0"/>
            <a:chExt cx="11150105" cy="59444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1150100" cy="594450"/>
            </a:xfrm>
            <a:custGeom>
              <a:avLst/>
              <a:gdLst/>
              <a:ahLst/>
              <a:cxnLst/>
              <a:rect r="r" b="b" t="t" l="l"/>
              <a:pathLst>
                <a:path h="594450" w="11150100">
                  <a:moveTo>
                    <a:pt x="0" y="0"/>
                  </a:moveTo>
                  <a:lnTo>
                    <a:pt x="11150100" y="0"/>
                  </a:lnTo>
                  <a:lnTo>
                    <a:pt x="11150100" y="594450"/>
                  </a:lnTo>
                  <a:lnTo>
                    <a:pt x="0" y="594450"/>
                  </a:lnTo>
                  <a:close/>
                </a:path>
              </a:pathLst>
            </a:custGeom>
            <a:blipFill>
              <a:blip r:embed="rId118">
                <a:alphaModFix amt="0"/>
              </a:blip>
              <a:stretch>
                <a:fillRect l="0" t="-315481" r="0" b="-31548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19050"/>
              <a:ext cx="11150105" cy="57539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250" spc="-13">
                  <a:solidFill>
                    <a:srgbClr val="0070C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Diagrams and infographics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72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668"/>
            <a:ext cx="18288000" cy="1070038"/>
            <a:chOff x="0" y="0"/>
            <a:chExt cx="24384000" cy="14267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26718"/>
            </a:xfrm>
            <a:custGeom>
              <a:avLst/>
              <a:gdLst/>
              <a:ahLst/>
              <a:cxnLst/>
              <a:rect r="r" b="b" t="t" l="l"/>
              <a:pathLst>
                <a:path h="142671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7926" y="3334"/>
            <a:ext cx="4935598" cy="1027605"/>
            <a:chOff x="0" y="0"/>
            <a:chExt cx="6580797" cy="13701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80759" cy="1370203"/>
            </a:xfrm>
            <a:custGeom>
              <a:avLst/>
              <a:gdLst/>
              <a:ahLst/>
              <a:cxnLst/>
              <a:rect r="r" b="b" t="t" l="l"/>
              <a:pathLst>
                <a:path h="1370203" w="6580759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84" b="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63190" y="10082212"/>
            <a:ext cx="15624810" cy="204845"/>
            <a:chOff x="0" y="0"/>
            <a:chExt cx="20833080" cy="2731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833080" cy="273177"/>
            </a:xfrm>
            <a:custGeom>
              <a:avLst/>
              <a:gdLst/>
              <a:ahLst/>
              <a:cxnLst/>
              <a:rect r="r" b="b" t="t" l="l"/>
              <a:pathLst>
                <a:path h="273177" w="20833080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743238" y="10108759"/>
            <a:ext cx="15544724" cy="152705"/>
            <a:chOff x="0" y="0"/>
            <a:chExt cx="20726298" cy="2036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726273" cy="203581"/>
            </a:xfrm>
            <a:custGeom>
              <a:avLst/>
              <a:gdLst/>
              <a:ahLst/>
              <a:cxnLst/>
              <a:rect r="r" b="b" t="t" l="l"/>
              <a:pathLst>
                <a:path h="203581" w="20726273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35745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02009" y="10002231"/>
            <a:ext cx="2254501" cy="32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https://huit.edu.vn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370671" y="3495608"/>
            <a:ext cx="308191" cy="389773"/>
          </a:xfrm>
          <a:custGeom>
            <a:avLst/>
            <a:gdLst/>
            <a:ahLst/>
            <a:cxnLst/>
            <a:rect r="r" b="b" t="t" l="l"/>
            <a:pathLst>
              <a:path h="389773" w="308191">
                <a:moveTo>
                  <a:pt x="0" y="0"/>
                </a:moveTo>
                <a:lnTo>
                  <a:pt x="308191" y="0"/>
                </a:lnTo>
                <a:lnTo>
                  <a:pt x="308191" y="389773"/>
                </a:lnTo>
                <a:lnTo>
                  <a:pt x="0" y="3897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860123" y="3552254"/>
            <a:ext cx="329965" cy="274682"/>
          </a:xfrm>
          <a:custGeom>
            <a:avLst/>
            <a:gdLst/>
            <a:ahLst/>
            <a:cxnLst/>
            <a:rect r="r" b="b" t="t" l="l"/>
            <a:pathLst>
              <a:path h="274682" w="329965">
                <a:moveTo>
                  <a:pt x="0" y="0"/>
                </a:moveTo>
                <a:lnTo>
                  <a:pt x="329965" y="0"/>
                </a:lnTo>
                <a:lnTo>
                  <a:pt x="329965" y="274681"/>
                </a:lnTo>
                <a:lnTo>
                  <a:pt x="0" y="2746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367739" y="3550891"/>
            <a:ext cx="315468" cy="277387"/>
          </a:xfrm>
          <a:custGeom>
            <a:avLst/>
            <a:gdLst/>
            <a:ahLst/>
            <a:cxnLst/>
            <a:rect r="r" b="b" t="t" l="l"/>
            <a:pathLst>
              <a:path h="277387" w="315468">
                <a:moveTo>
                  <a:pt x="0" y="0"/>
                </a:moveTo>
                <a:lnTo>
                  <a:pt x="315468" y="0"/>
                </a:lnTo>
                <a:lnTo>
                  <a:pt x="315468" y="277387"/>
                </a:lnTo>
                <a:lnTo>
                  <a:pt x="0" y="2773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896652" y="3540928"/>
            <a:ext cx="258347" cy="297313"/>
          </a:xfrm>
          <a:custGeom>
            <a:avLst/>
            <a:gdLst/>
            <a:ahLst/>
            <a:cxnLst/>
            <a:rect r="r" b="b" t="t" l="l"/>
            <a:pathLst>
              <a:path h="297313" w="258347">
                <a:moveTo>
                  <a:pt x="0" y="0"/>
                </a:moveTo>
                <a:lnTo>
                  <a:pt x="258347" y="0"/>
                </a:lnTo>
                <a:lnTo>
                  <a:pt x="258347" y="297314"/>
                </a:lnTo>
                <a:lnTo>
                  <a:pt x="0" y="2973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414670" y="3541833"/>
            <a:ext cx="223018" cy="295504"/>
          </a:xfrm>
          <a:custGeom>
            <a:avLst/>
            <a:gdLst/>
            <a:ahLst/>
            <a:cxnLst/>
            <a:rect r="r" b="b" t="t" l="l"/>
            <a:pathLst>
              <a:path h="295504" w="223018">
                <a:moveTo>
                  <a:pt x="0" y="0"/>
                </a:moveTo>
                <a:lnTo>
                  <a:pt x="223018" y="0"/>
                </a:lnTo>
                <a:lnTo>
                  <a:pt x="223018" y="295504"/>
                </a:lnTo>
                <a:lnTo>
                  <a:pt x="0" y="2955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845209" y="3536394"/>
            <a:ext cx="362598" cy="306391"/>
          </a:xfrm>
          <a:custGeom>
            <a:avLst/>
            <a:gdLst/>
            <a:ahLst/>
            <a:cxnLst/>
            <a:rect r="r" b="b" t="t" l="l"/>
            <a:pathLst>
              <a:path h="306391" w="362598">
                <a:moveTo>
                  <a:pt x="0" y="0"/>
                </a:moveTo>
                <a:lnTo>
                  <a:pt x="362598" y="0"/>
                </a:lnTo>
                <a:lnTo>
                  <a:pt x="362598" y="306391"/>
                </a:lnTo>
                <a:lnTo>
                  <a:pt x="0" y="30639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377742" y="3513277"/>
            <a:ext cx="298247" cy="352615"/>
          </a:xfrm>
          <a:custGeom>
            <a:avLst/>
            <a:gdLst/>
            <a:ahLst/>
            <a:cxnLst/>
            <a:rect r="r" b="b" t="t" l="l"/>
            <a:pathLst>
              <a:path h="352615" w="298247">
                <a:moveTo>
                  <a:pt x="0" y="0"/>
                </a:moveTo>
                <a:lnTo>
                  <a:pt x="298247" y="0"/>
                </a:lnTo>
                <a:lnTo>
                  <a:pt x="298247" y="352616"/>
                </a:lnTo>
                <a:lnTo>
                  <a:pt x="0" y="35261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856364" y="3540471"/>
            <a:ext cx="341747" cy="298247"/>
          </a:xfrm>
          <a:custGeom>
            <a:avLst/>
            <a:gdLst/>
            <a:ahLst/>
            <a:cxnLst/>
            <a:rect r="r" b="b" t="t" l="l"/>
            <a:pathLst>
              <a:path h="298247" w="341747">
                <a:moveTo>
                  <a:pt x="0" y="0"/>
                </a:moveTo>
                <a:lnTo>
                  <a:pt x="341748" y="0"/>
                </a:lnTo>
                <a:lnTo>
                  <a:pt x="341748" y="298247"/>
                </a:lnTo>
                <a:lnTo>
                  <a:pt x="0" y="29824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377991" y="3542748"/>
            <a:ext cx="299133" cy="293237"/>
          </a:xfrm>
          <a:custGeom>
            <a:avLst/>
            <a:gdLst/>
            <a:ahLst/>
            <a:cxnLst/>
            <a:rect r="r" b="b" t="t" l="l"/>
            <a:pathLst>
              <a:path h="293237" w="299133">
                <a:moveTo>
                  <a:pt x="0" y="0"/>
                </a:moveTo>
                <a:lnTo>
                  <a:pt x="299133" y="0"/>
                </a:lnTo>
                <a:lnTo>
                  <a:pt x="299133" y="293236"/>
                </a:lnTo>
                <a:lnTo>
                  <a:pt x="0" y="29323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880597" y="3540471"/>
            <a:ext cx="294608" cy="294161"/>
          </a:xfrm>
          <a:custGeom>
            <a:avLst/>
            <a:gdLst/>
            <a:ahLst/>
            <a:cxnLst/>
            <a:rect r="r" b="b" t="t" l="l"/>
            <a:pathLst>
              <a:path h="294161" w="294608">
                <a:moveTo>
                  <a:pt x="0" y="0"/>
                </a:moveTo>
                <a:lnTo>
                  <a:pt x="294608" y="0"/>
                </a:lnTo>
                <a:lnTo>
                  <a:pt x="294608" y="294161"/>
                </a:lnTo>
                <a:lnTo>
                  <a:pt x="0" y="29416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370671" y="4003662"/>
            <a:ext cx="308191" cy="373009"/>
          </a:xfrm>
          <a:custGeom>
            <a:avLst/>
            <a:gdLst/>
            <a:ahLst/>
            <a:cxnLst/>
            <a:rect r="r" b="b" t="t" l="l"/>
            <a:pathLst>
              <a:path h="373009" w="308191">
                <a:moveTo>
                  <a:pt x="0" y="0"/>
                </a:moveTo>
                <a:lnTo>
                  <a:pt x="308191" y="0"/>
                </a:lnTo>
                <a:lnTo>
                  <a:pt x="308191" y="373009"/>
                </a:lnTo>
                <a:lnTo>
                  <a:pt x="0" y="373009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861952" y="3995052"/>
            <a:ext cx="326346" cy="388877"/>
          </a:xfrm>
          <a:custGeom>
            <a:avLst/>
            <a:gdLst/>
            <a:ahLst/>
            <a:cxnLst/>
            <a:rect r="r" b="b" t="t" l="l"/>
            <a:pathLst>
              <a:path h="388877" w="326346">
                <a:moveTo>
                  <a:pt x="0" y="0"/>
                </a:moveTo>
                <a:lnTo>
                  <a:pt x="326345" y="0"/>
                </a:lnTo>
                <a:lnTo>
                  <a:pt x="326345" y="388877"/>
                </a:lnTo>
                <a:lnTo>
                  <a:pt x="0" y="388877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366377" y="4057583"/>
            <a:ext cx="318173" cy="264700"/>
          </a:xfrm>
          <a:custGeom>
            <a:avLst/>
            <a:gdLst/>
            <a:ahLst/>
            <a:cxnLst/>
            <a:rect r="r" b="b" t="t" l="l"/>
            <a:pathLst>
              <a:path h="264700" w="318173">
                <a:moveTo>
                  <a:pt x="0" y="0"/>
                </a:moveTo>
                <a:lnTo>
                  <a:pt x="318173" y="0"/>
                </a:lnTo>
                <a:lnTo>
                  <a:pt x="318173" y="264700"/>
                </a:lnTo>
                <a:lnTo>
                  <a:pt x="0" y="26470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870354" y="4035381"/>
            <a:ext cx="310944" cy="309124"/>
          </a:xfrm>
          <a:custGeom>
            <a:avLst/>
            <a:gdLst/>
            <a:ahLst/>
            <a:cxnLst/>
            <a:rect r="r" b="b" t="t" l="l"/>
            <a:pathLst>
              <a:path h="309124" w="310944">
                <a:moveTo>
                  <a:pt x="0" y="0"/>
                </a:moveTo>
                <a:lnTo>
                  <a:pt x="310944" y="0"/>
                </a:lnTo>
                <a:lnTo>
                  <a:pt x="310944" y="309124"/>
                </a:lnTo>
                <a:lnTo>
                  <a:pt x="0" y="309124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371169" y="4050802"/>
            <a:ext cx="310010" cy="278301"/>
          </a:xfrm>
          <a:custGeom>
            <a:avLst/>
            <a:gdLst/>
            <a:ahLst/>
            <a:cxnLst/>
            <a:rect r="r" b="b" t="t" l="l"/>
            <a:pathLst>
              <a:path h="278301" w="310010">
                <a:moveTo>
                  <a:pt x="0" y="0"/>
                </a:moveTo>
                <a:lnTo>
                  <a:pt x="310010" y="0"/>
                </a:lnTo>
                <a:lnTo>
                  <a:pt x="310010" y="278301"/>
                </a:lnTo>
                <a:lnTo>
                  <a:pt x="0" y="278301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876051" y="4053068"/>
            <a:ext cx="300952" cy="273749"/>
          </a:xfrm>
          <a:custGeom>
            <a:avLst/>
            <a:gdLst/>
            <a:ahLst/>
            <a:cxnLst/>
            <a:rect r="r" b="b" t="t" l="l"/>
            <a:pathLst>
              <a:path h="273749" w="300952">
                <a:moveTo>
                  <a:pt x="0" y="0"/>
                </a:moveTo>
                <a:lnTo>
                  <a:pt x="300952" y="0"/>
                </a:lnTo>
                <a:lnTo>
                  <a:pt x="300952" y="273749"/>
                </a:lnTo>
                <a:lnTo>
                  <a:pt x="0" y="273749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386362" y="4055774"/>
            <a:ext cx="281026" cy="268329"/>
          </a:xfrm>
          <a:custGeom>
            <a:avLst/>
            <a:gdLst/>
            <a:ahLst/>
            <a:cxnLst/>
            <a:rect r="r" b="b" t="t" l="l"/>
            <a:pathLst>
              <a:path h="268329" w="281026">
                <a:moveTo>
                  <a:pt x="0" y="0"/>
                </a:moveTo>
                <a:lnTo>
                  <a:pt x="281026" y="0"/>
                </a:lnTo>
                <a:lnTo>
                  <a:pt x="281026" y="268328"/>
                </a:lnTo>
                <a:lnTo>
                  <a:pt x="0" y="268328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872204" y="4037657"/>
            <a:ext cx="310010" cy="310458"/>
          </a:xfrm>
          <a:custGeom>
            <a:avLst/>
            <a:gdLst/>
            <a:ahLst/>
            <a:cxnLst/>
            <a:rect r="r" b="b" t="t" l="l"/>
            <a:pathLst>
              <a:path h="310458" w="310010">
                <a:moveTo>
                  <a:pt x="0" y="0"/>
                </a:moveTo>
                <a:lnTo>
                  <a:pt x="310010" y="0"/>
                </a:lnTo>
                <a:lnTo>
                  <a:pt x="310010" y="310458"/>
                </a:lnTo>
                <a:lnTo>
                  <a:pt x="0" y="310458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335386" y="4002748"/>
            <a:ext cx="384353" cy="374371"/>
          </a:xfrm>
          <a:custGeom>
            <a:avLst/>
            <a:gdLst/>
            <a:ahLst/>
            <a:cxnLst/>
            <a:rect r="r" b="b" t="t" l="l"/>
            <a:pathLst>
              <a:path h="374371" w="384353">
                <a:moveTo>
                  <a:pt x="0" y="0"/>
                </a:moveTo>
                <a:lnTo>
                  <a:pt x="384353" y="0"/>
                </a:lnTo>
                <a:lnTo>
                  <a:pt x="384353" y="374370"/>
                </a:lnTo>
                <a:lnTo>
                  <a:pt x="0" y="374370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9848431" y="4010006"/>
            <a:ext cx="358959" cy="359874"/>
          </a:xfrm>
          <a:custGeom>
            <a:avLst/>
            <a:gdLst/>
            <a:ahLst/>
            <a:cxnLst/>
            <a:rect r="r" b="b" t="t" l="l"/>
            <a:pathLst>
              <a:path h="359874" w="358959">
                <a:moveTo>
                  <a:pt x="0" y="0"/>
                </a:moveTo>
                <a:lnTo>
                  <a:pt x="358959" y="0"/>
                </a:lnTo>
                <a:lnTo>
                  <a:pt x="358959" y="359874"/>
                </a:lnTo>
                <a:lnTo>
                  <a:pt x="0" y="359874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5351631" y="4568819"/>
            <a:ext cx="346272" cy="242945"/>
          </a:xfrm>
          <a:custGeom>
            <a:avLst/>
            <a:gdLst/>
            <a:ahLst/>
            <a:cxnLst/>
            <a:rect r="r" b="b" t="t" l="l"/>
            <a:pathLst>
              <a:path h="242945" w="346272">
                <a:moveTo>
                  <a:pt x="0" y="0"/>
                </a:moveTo>
                <a:lnTo>
                  <a:pt x="346272" y="0"/>
                </a:lnTo>
                <a:lnTo>
                  <a:pt x="346272" y="242944"/>
                </a:lnTo>
                <a:lnTo>
                  <a:pt x="0" y="242944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5851979" y="4520784"/>
            <a:ext cx="346272" cy="339014"/>
          </a:xfrm>
          <a:custGeom>
            <a:avLst/>
            <a:gdLst/>
            <a:ahLst/>
            <a:cxnLst/>
            <a:rect r="r" b="b" t="t" l="l"/>
            <a:pathLst>
              <a:path h="339014" w="346272">
                <a:moveTo>
                  <a:pt x="0" y="0"/>
                </a:moveTo>
                <a:lnTo>
                  <a:pt x="346272" y="0"/>
                </a:lnTo>
                <a:lnTo>
                  <a:pt x="346272" y="339014"/>
                </a:lnTo>
                <a:lnTo>
                  <a:pt x="0" y="339014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6363205" y="4528023"/>
            <a:ext cx="324526" cy="324526"/>
          </a:xfrm>
          <a:custGeom>
            <a:avLst/>
            <a:gdLst/>
            <a:ahLst/>
            <a:cxnLst/>
            <a:rect r="r" b="b" t="t" l="l"/>
            <a:pathLst>
              <a:path h="324526" w="324526">
                <a:moveTo>
                  <a:pt x="0" y="0"/>
                </a:moveTo>
                <a:lnTo>
                  <a:pt x="324526" y="0"/>
                </a:lnTo>
                <a:lnTo>
                  <a:pt x="324526" y="324526"/>
                </a:lnTo>
                <a:lnTo>
                  <a:pt x="0" y="324526"/>
                </a:lnTo>
                <a:lnTo>
                  <a:pt x="0" y="0"/>
                </a:lnTo>
                <a:close/>
              </a:path>
            </a:pathLst>
          </a:custGeom>
          <a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6862201" y="4526671"/>
            <a:ext cx="327231" cy="327231"/>
          </a:xfrm>
          <a:custGeom>
            <a:avLst/>
            <a:gdLst/>
            <a:ahLst/>
            <a:cxnLst/>
            <a:rect r="r" b="b" t="t" l="l"/>
            <a:pathLst>
              <a:path h="327231" w="327231">
                <a:moveTo>
                  <a:pt x="0" y="0"/>
                </a:moveTo>
                <a:lnTo>
                  <a:pt x="327231" y="0"/>
                </a:lnTo>
                <a:lnTo>
                  <a:pt x="327231" y="327231"/>
                </a:lnTo>
                <a:lnTo>
                  <a:pt x="0" y="327231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7377055" y="4541187"/>
            <a:ext cx="298247" cy="298228"/>
          </a:xfrm>
          <a:custGeom>
            <a:avLst/>
            <a:gdLst/>
            <a:ahLst/>
            <a:cxnLst/>
            <a:rect r="r" b="b" t="t" l="l"/>
            <a:pathLst>
              <a:path h="298228" w="298247">
                <a:moveTo>
                  <a:pt x="0" y="0"/>
                </a:moveTo>
                <a:lnTo>
                  <a:pt x="298247" y="0"/>
                </a:lnTo>
                <a:lnTo>
                  <a:pt x="298247" y="298227"/>
                </a:lnTo>
                <a:lnTo>
                  <a:pt x="0" y="298227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7893720" y="4502191"/>
            <a:ext cx="265586" cy="376180"/>
          </a:xfrm>
          <a:custGeom>
            <a:avLst/>
            <a:gdLst/>
            <a:ahLst/>
            <a:cxnLst/>
            <a:rect r="r" b="b" t="t" l="l"/>
            <a:pathLst>
              <a:path h="376180" w="265586">
                <a:moveTo>
                  <a:pt x="0" y="0"/>
                </a:moveTo>
                <a:lnTo>
                  <a:pt x="265585" y="0"/>
                </a:lnTo>
                <a:lnTo>
                  <a:pt x="265585" y="376181"/>
                </a:lnTo>
                <a:lnTo>
                  <a:pt x="0" y="376181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8351911" y="4582858"/>
            <a:ext cx="349910" cy="214855"/>
          </a:xfrm>
          <a:custGeom>
            <a:avLst/>
            <a:gdLst/>
            <a:ahLst/>
            <a:cxnLst/>
            <a:rect r="r" b="b" t="t" l="l"/>
            <a:pathLst>
              <a:path h="214855" w="349910">
                <a:moveTo>
                  <a:pt x="0" y="0"/>
                </a:moveTo>
                <a:lnTo>
                  <a:pt x="349910" y="0"/>
                </a:lnTo>
                <a:lnTo>
                  <a:pt x="349910" y="214856"/>
                </a:lnTo>
                <a:lnTo>
                  <a:pt x="0" y="214856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8869032" y="4530280"/>
            <a:ext cx="316354" cy="319992"/>
          </a:xfrm>
          <a:custGeom>
            <a:avLst/>
            <a:gdLst/>
            <a:ahLst/>
            <a:cxnLst/>
            <a:rect r="r" b="b" t="t" l="l"/>
            <a:pathLst>
              <a:path h="319992" w="316354">
                <a:moveTo>
                  <a:pt x="0" y="0"/>
                </a:moveTo>
                <a:lnTo>
                  <a:pt x="316354" y="0"/>
                </a:lnTo>
                <a:lnTo>
                  <a:pt x="316354" y="319993"/>
                </a:lnTo>
                <a:lnTo>
                  <a:pt x="0" y="319993"/>
                </a:lnTo>
                <a:lnTo>
                  <a:pt x="0" y="0"/>
                </a:lnTo>
                <a:close/>
              </a:path>
            </a:pathLst>
          </a:custGeom>
          <a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9368476" y="4520784"/>
            <a:ext cx="318173" cy="339014"/>
          </a:xfrm>
          <a:custGeom>
            <a:avLst/>
            <a:gdLst/>
            <a:ahLst/>
            <a:cxnLst/>
            <a:rect r="r" b="b" t="t" l="l"/>
            <a:pathLst>
              <a:path h="339014" w="318173">
                <a:moveTo>
                  <a:pt x="0" y="0"/>
                </a:moveTo>
                <a:lnTo>
                  <a:pt x="318173" y="0"/>
                </a:lnTo>
                <a:lnTo>
                  <a:pt x="318173" y="339014"/>
                </a:lnTo>
                <a:lnTo>
                  <a:pt x="0" y="339014"/>
                </a:lnTo>
                <a:lnTo>
                  <a:pt x="0" y="0"/>
                </a:lnTo>
                <a:close/>
              </a:path>
            </a:pathLst>
          </a:custGeom>
          <a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9854327" y="4516698"/>
            <a:ext cx="356683" cy="325412"/>
          </a:xfrm>
          <a:custGeom>
            <a:avLst/>
            <a:gdLst/>
            <a:ahLst/>
            <a:cxnLst/>
            <a:rect r="r" b="b" t="t" l="l"/>
            <a:pathLst>
              <a:path h="325412" w="356683">
                <a:moveTo>
                  <a:pt x="0" y="0"/>
                </a:moveTo>
                <a:lnTo>
                  <a:pt x="356683" y="0"/>
                </a:lnTo>
                <a:lnTo>
                  <a:pt x="356683" y="325412"/>
                </a:lnTo>
                <a:lnTo>
                  <a:pt x="0" y="325412"/>
                </a:lnTo>
                <a:lnTo>
                  <a:pt x="0" y="0"/>
                </a:lnTo>
                <a:close/>
              </a:path>
            </a:pathLst>
          </a:custGeom>
          <a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5390150" y="5046050"/>
            <a:ext cx="269224" cy="289169"/>
          </a:xfrm>
          <a:custGeom>
            <a:avLst/>
            <a:gdLst/>
            <a:ahLst/>
            <a:cxnLst/>
            <a:rect r="r" b="b" t="t" l="l"/>
            <a:pathLst>
              <a:path h="289169" w="269224">
                <a:moveTo>
                  <a:pt x="0" y="0"/>
                </a:moveTo>
                <a:lnTo>
                  <a:pt x="269224" y="0"/>
                </a:lnTo>
                <a:lnTo>
                  <a:pt x="269224" y="289169"/>
                </a:lnTo>
                <a:lnTo>
                  <a:pt x="0" y="289169"/>
                </a:lnTo>
                <a:lnTo>
                  <a:pt x="0" y="0"/>
                </a:lnTo>
                <a:close/>
              </a:path>
            </a:pathLst>
          </a:custGeom>
          <a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5883259" y="5048783"/>
            <a:ext cx="283740" cy="283740"/>
          </a:xfrm>
          <a:custGeom>
            <a:avLst/>
            <a:gdLst/>
            <a:ahLst/>
            <a:cxnLst/>
            <a:rect r="r" b="b" t="t" l="l"/>
            <a:pathLst>
              <a:path h="283740" w="283740">
                <a:moveTo>
                  <a:pt x="0" y="0"/>
                </a:moveTo>
                <a:lnTo>
                  <a:pt x="283740" y="0"/>
                </a:lnTo>
                <a:lnTo>
                  <a:pt x="283740" y="283741"/>
                </a:lnTo>
                <a:lnTo>
                  <a:pt x="0" y="283741"/>
                </a:lnTo>
                <a:lnTo>
                  <a:pt x="0" y="0"/>
                </a:lnTo>
                <a:close/>
              </a:path>
            </a:pathLst>
          </a:custGeom>
          <a:blipFill>
            <a:blip r:embed="rId66">
              <a:extLs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6383607" y="5048783"/>
            <a:ext cx="283740" cy="283740"/>
          </a:xfrm>
          <a:custGeom>
            <a:avLst/>
            <a:gdLst/>
            <a:ahLst/>
            <a:cxnLst/>
            <a:rect r="r" b="b" t="t" l="l"/>
            <a:pathLst>
              <a:path h="283740" w="283740">
                <a:moveTo>
                  <a:pt x="0" y="0"/>
                </a:moveTo>
                <a:lnTo>
                  <a:pt x="283741" y="0"/>
                </a:lnTo>
                <a:lnTo>
                  <a:pt x="283741" y="283741"/>
                </a:lnTo>
                <a:lnTo>
                  <a:pt x="0" y="283741"/>
                </a:lnTo>
                <a:lnTo>
                  <a:pt x="0" y="0"/>
                </a:lnTo>
                <a:close/>
              </a:path>
            </a:pathLst>
          </a:custGeom>
          <a:blipFill>
            <a:blip r:embed="rId68">
              <a:extLst>
                <a:ext uri="{96DAC541-7B7A-43D3-8B79-37D633B846F1}">
                  <asvg:svgBlip xmlns:asvg="http://schemas.microsoft.com/office/drawing/2016/SVG/main" r:embed="rId6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6883965" y="5048783"/>
            <a:ext cx="283740" cy="283740"/>
          </a:xfrm>
          <a:custGeom>
            <a:avLst/>
            <a:gdLst/>
            <a:ahLst/>
            <a:cxnLst/>
            <a:rect r="r" b="b" t="t" l="l"/>
            <a:pathLst>
              <a:path h="283740" w="283740">
                <a:moveTo>
                  <a:pt x="0" y="0"/>
                </a:moveTo>
                <a:lnTo>
                  <a:pt x="283740" y="0"/>
                </a:lnTo>
                <a:lnTo>
                  <a:pt x="283740" y="283741"/>
                </a:lnTo>
                <a:lnTo>
                  <a:pt x="0" y="283741"/>
                </a:lnTo>
                <a:lnTo>
                  <a:pt x="0" y="0"/>
                </a:lnTo>
                <a:close/>
              </a:path>
            </a:pathLst>
          </a:custGeom>
          <a:blipFill>
            <a:blip r:embed="rId70">
              <a:extLst>
                <a:ext uri="{96DAC541-7B7A-43D3-8B79-37D633B846F1}">
                  <asvg:svgBlip xmlns:asvg="http://schemas.microsoft.com/office/drawing/2016/SVG/main" r:embed="rId7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7450474" y="4999834"/>
            <a:ext cx="151390" cy="378000"/>
          </a:xfrm>
          <a:custGeom>
            <a:avLst/>
            <a:gdLst/>
            <a:ahLst/>
            <a:cxnLst/>
            <a:rect r="r" b="b" t="t" l="l"/>
            <a:pathLst>
              <a:path h="378000" w="151390">
                <a:moveTo>
                  <a:pt x="0" y="0"/>
                </a:moveTo>
                <a:lnTo>
                  <a:pt x="151390" y="0"/>
                </a:lnTo>
                <a:lnTo>
                  <a:pt x="151390" y="378000"/>
                </a:lnTo>
                <a:lnTo>
                  <a:pt x="0" y="378000"/>
                </a:lnTo>
                <a:lnTo>
                  <a:pt x="0" y="0"/>
                </a:lnTo>
                <a:close/>
              </a:path>
            </a:pathLst>
          </a:custGeom>
          <a:blipFill>
            <a:blip r:embed="rId72"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8464772" y="5047869"/>
            <a:ext cx="124187" cy="281911"/>
          </a:xfrm>
          <a:custGeom>
            <a:avLst/>
            <a:gdLst/>
            <a:ahLst/>
            <a:cxnLst/>
            <a:rect r="r" b="b" t="t" l="l"/>
            <a:pathLst>
              <a:path h="281911" w="124187">
                <a:moveTo>
                  <a:pt x="0" y="0"/>
                </a:moveTo>
                <a:lnTo>
                  <a:pt x="124187" y="0"/>
                </a:lnTo>
                <a:lnTo>
                  <a:pt x="124187" y="281911"/>
                </a:lnTo>
                <a:lnTo>
                  <a:pt x="0" y="281911"/>
                </a:lnTo>
                <a:lnTo>
                  <a:pt x="0" y="0"/>
                </a:lnTo>
                <a:close/>
              </a:path>
            </a:pathLst>
          </a:custGeom>
          <a:blipFill>
            <a:blip r:embed="rId74">
              <a:extLst>
                <a:ext uri="{96DAC541-7B7A-43D3-8B79-37D633B846F1}">
                  <asvg:svgBlip xmlns:asvg="http://schemas.microsoft.com/office/drawing/2016/SVG/main" r:embed="rId7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7962138" y="5001635"/>
            <a:ext cx="128749" cy="374390"/>
          </a:xfrm>
          <a:custGeom>
            <a:avLst/>
            <a:gdLst/>
            <a:ahLst/>
            <a:cxnLst/>
            <a:rect r="r" b="b" t="t" l="l"/>
            <a:pathLst>
              <a:path h="374390" w="128749">
                <a:moveTo>
                  <a:pt x="0" y="0"/>
                </a:moveTo>
                <a:lnTo>
                  <a:pt x="128749" y="0"/>
                </a:lnTo>
                <a:lnTo>
                  <a:pt x="128749" y="374389"/>
                </a:lnTo>
                <a:lnTo>
                  <a:pt x="0" y="374389"/>
                </a:lnTo>
                <a:lnTo>
                  <a:pt x="0" y="0"/>
                </a:lnTo>
                <a:close/>
              </a:path>
            </a:pathLst>
          </a:custGeom>
          <a:blipFill>
            <a:blip r:embed="rId76">
              <a:extLst>
                <a:ext uri="{96DAC541-7B7A-43D3-8B79-37D633B846F1}">
                  <asvg:svgBlip xmlns:asvg="http://schemas.microsoft.com/office/drawing/2016/SVG/main" r:embed="rId7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8885368" y="5041078"/>
            <a:ext cx="283740" cy="299133"/>
          </a:xfrm>
          <a:custGeom>
            <a:avLst/>
            <a:gdLst/>
            <a:ahLst/>
            <a:cxnLst/>
            <a:rect r="r" b="b" t="t" l="l"/>
            <a:pathLst>
              <a:path h="299133" w="283740">
                <a:moveTo>
                  <a:pt x="0" y="0"/>
                </a:moveTo>
                <a:lnTo>
                  <a:pt x="283740" y="0"/>
                </a:lnTo>
                <a:lnTo>
                  <a:pt x="283740" y="299132"/>
                </a:lnTo>
                <a:lnTo>
                  <a:pt x="0" y="299132"/>
                </a:lnTo>
                <a:lnTo>
                  <a:pt x="0" y="0"/>
                </a:lnTo>
                <a:close/>
              </a:path>
            </a:pathLst>
          </a:custGeom>
          <a:blipFill>
            <a:blip r:embed="rId78">
              <a:extLst>
                <a:ext uri="{96DAC541-7B7A-43D3-8B79-37D633B846F1}">
                  <asvg:svgBlip xmlns:asvg="http://schemas.microsoft.com/office/drawing/2016/SVG/main" r:embed="rId7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9371648" y="5046507"/>
            <a:ext cx="311829" cy="288265"/>
          </a:xfrm>
          <a:custGeom>
            <a:avLst/>
            <a:gdLst/>
            <a:ahLst/>
            <a:cxnLst/>
            <a:rect r="r" b="b" t="t" l="l"/>
            <a:pathLst>
              <a:path h="288265" w="311829">
                <a:moveTo>
                  <a:pt x="0" y="0"/>
                </a:moveTo>
                <a:lnTo>
                  <a:pt x="311829" y="0"/>
                </a:lnTo>
                <a:lnTo>
                  <a:pt x="311829" y="288265"/>
                </a:lnTo>
                <a:lnTo>
                  <a:pt x="0" y="288265"/>
                </a:lnTo>
                <a:lnTo>
                  <a:pt x="0" y="0"/>
                </a:lnTo>
                <a:close/>
              </a:path>
            </a:pathLst>
          </a:custGeom>
          <a:blipFill>
            <a:blip r:embed="rId80">
              <a:extLst>
                <a:ext uri="{96DAC541-7B7A-43D3-8B79-37D633B846F1}">
                  <asvg:svgBlip xmlns:asvg="http://schemas.microsoft.com/office/drawing/2016/SVG/main" r:embed="rId8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9932270" y="5037896"/>
            <a:ext cx="191281" cy="311829"/>
          </a:xfrm>
          <a:custGeom>
            <a:avLst/>
            <a:gdLst/>
            <a:ahLst/>
            <a:cxnLst/>
            <a:rect r="r" b="b" t="t" l="l"/>
            <a:pathLst>
              <a:path h="311829" w="191281">
                <a:moveTo>
                  <a:pt x="0" y="0"/>
                </a:moveTo>
                <a:lnTo>
                  <a:pt x="191281" y="0"/>
                </a:lnTo>
                <a:lnTo>
                  <a:pt x="191281" y="311830"/>
                </a:lnTo>
                <a:lnTo>
                  <a:pt x="0" y="311830"/>
                </a:lnTo>
                <a:lnTo>
                  <a:pt x="0" y="0"/>
                </a:lnTo>
                <a:close/>
              </a:path>
            </a:pathLst>
          </a:custGeom>
          <a:blipFill>
            <a:blip r:embed="rId82">
              <a:extLst>
                <a:ext uri="{96DAC541-7B7A-43D3-8B79-37D633B846F1}">
                  <asvg:svgBlip xmlns:asvg="http://schemas.microsoft.com/office/drawing/2016/SVG/main" r:embed="rId8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5476265" y="5514232"/>
            <a:ext cx="97012" cy="353530"/>
          </a:xfrm>
          <a:custGeom>
            <a:avLst/>
            <a:gdLst/>
            <a:ahLst/>
            <a:cxnLst/>
            <a:rect r="r" b="b" t="t" l="l"/>
            <a:pathLst>
              <a:path h="353530" w="97012">
                <a:moveTo>
                  <a:pt x="0" y="0"/>
                </a:moveTo>
                <a:lnTo>
                  <a:pt x="97013" y="0"/>
                </a:lnTo>
                <a:lnTo>
                  <a:pt x="97013" y="353530"/>
                </a:lnTo>
                <a:lnTo>
                  <a:pt x="0" y="353530"/>
                </a:lnTo>
                <a:lnTo>
                  <a:pt x="0" y="0"/>
                </a:lnTo>
                <a:close/>
              </a:path>
            </a:pathLst>
          </a:custGeom>
          <a:blipFill>
            <a:blip r:embed="rId84">
              <a:extLst>
                <a:ext uri="{96DAC541-7B7A-43D3-8B79-37D633B846F1}">
                  <asvg:svgBlip xmlns:asvg="http://schemas.microsoft.com/office/drawing/2016/SVG/main" r:embed="rId8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6376816" y="5500202"/>
            <a:ext cx="297313" cy="381619"/>
          </a:xfrm>
          <a:custGeom>
            <a:avLst/>
            <a:gdLst/>
            <a:ahLst/>
            <a:cxnLst/>
            <a:rect r="r" b="b" t="t" l="l"/>
            <a:pathLst>
              <a:path h="381619" w="297313">
                <a:moveTo>
                  <a:pt x="0" y="0"/>
                </a:moveTo>
                <a:lnTo>
                  <a:pt x="297313" y="0"/>
                </a:lnTo>
                <a:lnTo>
                  <a:pt x="297313" y="381619"/>
                </a:lnTo>
                <a:lnTo>
                  <a:pt x="0" y="381619"/>
                </a:lnTo>
                <a:lnTo>
                  <a:pt x="0" y="0"/>
                </a:lnTo>
                <a:close/>
              </a:path>
            </a:pathLst>
          </a:custGeom>
          <a:blipFill>
            <a:blip r:embed="rId86">
              <a:extLst>
                <a:ext uri="{96DAC541-7B7A-43D3-8B79-37D633B846F1}">
                  <asvg:svgBlip xmlns:asvg="http://schemas.microsoft.com/office/drawing/2016/SVG/main" r:embed="rId8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5914987" y="5500202"/>
            <a:ext cx="220275" cy="381619"/>
          </a:xfrm>
          <a:custGeom>
            <a:avLst/>
            <a:gdLst/>
            <a:ahLst/>
            <a:cxnLst/>
            <a:rect r="r" b="b" t="t" l="l"/>
            <a:pathLst>
              <a:path h="381619" w="220275">
                <a:moveTo>
                  <a:pt x="0" y="0"/>
                </a:moveTo>
                <a:lnTo>
                  <a:pt x="220275" y="0"/>
                </a:lnTo>
                <a:lnTo>
                  <a:pt x="220275" y="381619"/>
                </a:lnTo>
                <a:lnTo>
                  <a:pt x="0" y="381619"/>
                </a:lnTo>
                <a:lnTo>
                  <a:pt x="0" y="0"/>
                </a:lnTo>
                <a:close/>
              </a:path>
            </a:pathLst>
          </a:custGeom>
          <a:blipFill>
            <a:blip r:embed="rId88">
              <a:extLst>
                <a:ext uri="{96DAC541-7B7A-43D3-8B79-37D633B846F1}">
                  <asvg:svgBlip xmlns:asvg="http://schemas.microsoft.com/office/drawing/2016/SVG/main" r:embed="rId8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6854038" y="5525548"/>
            <a:ext cx="343557" cy="330870"/>
          </a:xfrm>
          <a:custGeom>
            <a:avLst/>
            <a:gdLst/>
            <a:ahLst/>
            <a:cxnLst/>
            <a:rect r="r" b="b" t="t" l="l"/>
            <a:pathLst>
              <a:path h="330870" w="343557">
                <a:moveTo>
                  <a:pt x="0" y="0"/>
                </a:moveTo>
                <a:lnTo>
                  <a:pt x="343557" y="0"/>
                </a:lnTo>
                <a:lnTo>
                  <a:pt x="343557" y="330870"/>
                </a:lnTo>
                <a:lnTo>
                  <a:pt x="0" y="330870"/>
                </a:lnTo>
                <a:lnTo>
                  <a:pt x="0" y="0"/>
                </a:lnTo>
                <a:close/>
              </a:path>
            </a:pathLst>
          </a:custGeom>
          <a:blipFill>
            <a:blip r:embed="rId90">
              <a:extLst>
                <a:ext uri="{96DAC541-7B7A-43D3-8B79-37D633B846F1}">
                  <asvg:svgBlip xmlns:asvg="http://schemas.microsoft.com/office/drawing/2016/SVG/main" r:embed="rId9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7342603" y="5574963"/>
            <a:ext cx="367132" cy="232058"/>
          </a:xfrm>
          <a:custGeom>
            <a:avLst/>
            <a:gdLst/>
            <a:ahLst/>
            <a:cxnLst/>
            <a:rect r="r" b="b" t="t" l="l"/>
            <a:pathLst>
              <a:path h="232058" w="367132">
                <a:moveTo>
                  <a:pt x="0" y="0"/>
                </a:moveTo>
                <a:lnTo>
                  <a:pt x="367132" y="0"/>
                </a:lnTo>
                <a:lnTo>
                  <a:pt x="367132" y="232058"/>
                </a:lnTo>
                <a:lnTo>
                  <a:pt x="0" y="232058"/>
                </a:lnTo>
                <a:lnTo>
                  <a:pt x="0" y="0"/>
                </a:lnTo>
                <a:close/>
              </a:path>
            </a:pathLst>
          </a:custGeom>
          <a:blipFill>
            <a:blip r:embed="rId92">
              <a:extLst>
                <a:ext uri="{96DAC541-7B7A-43D3-8B79-37D633B846F1}">
                  <asvg:svgBlip xmlns:asvg="http://schemas.microsoft.com/office/drawing/2016/SVG/main" r:embed="rId9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8369151" y="5533292"/>
            <a:ext cx="315468" cy="315449"/>
          </a:xfrm>
          <a:custGeom>
            <a:avLst/>
            <a:gdLst/>
            <a:ahLst/>
            <a:cxnLst/>
            <a:rect r="r" b="b" t="t" l="l"/>
            <a:pathLst>
              <a:path h="315449" w="315468">
                <a:moveTo>
                  <a:pt x="0" y="0"/>
                </a:moveTo>
                <a:lnTo>
                  <a:pt x="315468" y="0"/>
                </a:lnTo>
                <a:lnTo>
                  <a:pt x="315468" y="315449"/>
                </a:lnTo>
                <a:lnTo>
                  <a:pt x="0" y="315449"/>
                </a:lnTo>
                <a:lnTo>
                  <a:pt x="0" y="0"/>
                </a:lnTo>
                <a:close/>
              </a:path>
            </a:pathLst>
          </a:custGeom>
          <a:blipFill>
            <a:blip r:embed="rId94">
              <a:extLst>
                <a:ext uri="{96DAC541-7B7A-43D3-8B79-37D633B846F1}">
                  <asvg:svgBlip xmlns:asvg="http://schemas.microsoft.com/office/drawing/2016/SVG/main" r:embed="rId9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8837305" y="5550484"/>
            <a:ext cx="379819" cy="281007"/>
          </a:xfrm>
          <a:custGeom>
            <a:avLst/>
            <a:gdLst/>
            <a:ahLst/>
            <a:cxnLst/>
            <a:rect r="r" b="b" t="t" l="l"/>
            <a:pathLst>
              <a:path h="281007" w="379819">
                <a:moveTo>
                  <a:pt x="0" y="0"/>
                </a:moveTo>
                <a:lnTo>
                  <a:pt x="379818" y="0"/>
                </a:lnTo>
                <a:lnTo>
                  <a:pt x="379818" y="281007"/>
                </a:lnTo>
                <a:lnTo>
                  <a:pt x="0" y="281007"/>
                </a:lnTo>
                <a:lnTo>
                  <a:pt x="0" y="0"/>
                </a:lnTo>
                <a:close/>
              </a:path>
            </a:pathLst>
          </a:custGeom>
          <a:blipFill>
            <a:blip r:embed="rId96">
              <a:extLst>
                <a:ext uri="{96DAC541-7B7A-43D3-8B79-37D633B846F1}">
                  <asvg:svgBlip xmlns:asvg="http://schemas.microsoft.com/office/drawing/2016/SVG/main" r:embed="rId9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7872860" y="5534177"/>
            <a:ext cx="307305" cy="313630"/>
          </a:xfrm>
          <a:custGeom>
            <a:avLst/>
            <a:gdLst/>
            <a:ahLst/>
            <a:cxnLst/>
            <a:rect r="r" b="b" t="t" l="l"/>
            <a:pathLst>
              <a:path h="313630" w="307305">
                <a:moveTo>
                  <a:pt x="0" y="0"/>
                </a:moveTo>
                <a:lnTo>
                  <a:pt x="307305" y="0"/>
                </a:lnTo>
                <a:lnTo>
                  <a:pt x="307305" y="313630"/>
                </a:lnTo>
                <a:lnTo>
                  <a:pt x="0" y="313630"/>
                </a:lnTo>
                <a:lnTo>
                  <a:pt x="0" y="0"/>
                </a:lnTo>
                <a:close/>
              </a:path>
            </a:pathLst>
          </a:custGeom>
          <a:blipFill>
            <a:blip r:embed="rId98">
              <a:extLst>
                <a:ext uri="{96DAC541-7B7A-43D3-8B79-37D633B846F1}">
                  <asvg:svgBlip xmlns:asvg="http://schemas.microsoft.com/office/drawing/2016/SVG/main" r:embed="rId9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5354812" y="6056300"/>
            <a:ext cx="343548" cy="270129"/>
          </a:xfrm>
          <a:custGeom>
            <a:avLst/>
            <a:gdLst/>
            <a:ahLst/>
            <a:cxnLst/>
            <a:rect r="r" b="b" t="t" l="l"/>
            <a:pathLst>
              <a:path h="270129" w="343548">
                <a:moveTo>
                  <a:pt x="0" y="0"/>
                </a:moveTo>
                <a:lnTo>
                  <a:pt x="343548" y="0"/>
                </a:lnTo>
                <a:lnTo>
                  <a:pt x="343548" y="270129"/>
                </a:lnTo>
                <a:lnTo>
                  <a:pt x="0" y="270129"/>
                </a:lnTo>
                <a:lnTo>
                  <a:pt x="0" y="0"/>
                </a:lnTo>
                <a:close/>
              </a:path>
            </a:pathLst>
          </a:custGeom>
          <a:blipFill>
            <a:blip r:embed="rId100">
              <a:extLst>
                <a:ext uri="{96DAC541-7B7A-43D3-8B79-37D633B846F1}">
                  <asvg:svgBlip xmlns:asvg="http://schemas.microsoft.com/office/drawing/2016/SVG/main" r:embed="rId10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9407928" y="5518775"/>
            <a:ext cx="239306" cy="344472"/>
          </a:xfrm>
          <a:custGeom>
            <a:avLst/>
            <a:gdLst/>
            <a:ahLst/>
            <a:cxnLst/>
            <a:rect r="r" b="b" t="t" l="l"/>
            <a:pathLst>
              <a:path h="344472" w="239306">
                <a:moveTo>
                  <a:pt x="0" y="0"/>
                </a:moveTo>
                <a:lnTo>
                  <a:pt x="239306" y="0"/>
                </a:lnTo>
                <a:lnTo>
                  <a:pt x="239306" y="344472"/>
                </a:lnTo>
                <a:lnTo>
                  <a:pt x="0" y="344472"/>
                </a:lnTo>
                <a:lnTo>
                  <a:pt x="0" y="0"/>
                </a:lnTo>
                <a:close/>
              </a:path>
            </a:pathLst>
          </a:custGeom>
          <a:blipFill>
            <a:blip r:embed="rId102">
              <a:extLst>
                <a:ext uri="{96DAC541-7B7A-43D3-8B79-37D633B846F1}">
                  <asvg:svgBlip xmlns:asvg="http://schemas.microsoft.com/office/drawing/2016/SVG/main" r:embed="rId10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9910524" y="5529624"/>
            <a:ext cx="234782" cy="333594"/>
          </a:xfrm>
          <a:custGeom>
            <a:avLst/>
            <a:gdLst/>
            <a:ahLst/>
            <a:cxnLst/>
            <a:rect r="r" b="b" t="t" l="l"/>
            <a:pathLst>
              <a:path h="333594" w="234782">
                <a:moveTo>
                  <a:pt x="0" y="0"/>
                </a:moveTo>
                <a:lnTo>
                  <a:pt x="234782" y="0"/>
                </a:lnTo>
                <a:lnTo>
                  <a:pt x="234782" y="333595"/>
                </a:lnTo>
                <a:lnTo>
                  <a:pt x="0" y="333595"/>
                </a:lnTo>
                <a:lnTo>
                  <a:pt x="0" y="0"/>
                </a:lnTo>
                <a:close/>
              </a:path>
            </a:pathLst>
          </a:custGeom>
          <a:blipFill>
            <a:blip r:embed="rId104">
              <a:extLst>
                <a:ext uri="{96DAC541-7B7A-43D3-8B79-37D633B846F1}">
                  <asvg:svgBlip xmlns:asvg="http://schemas.microsoft.com/office/drawing/2016/SVG/main" r:embed="rId10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5857865" y="6078931"/>
            <a:ext cx="334508" cy="224819"/>
          </a:xfrm>
          <a:custGeom>
            <a:avLst/>
            <a:gdLst/>
            <a:ahLst/>
            <a:cxnLst/>
            <a:rect r="r" b="b" t="t" l="l"/>
            <a:pathLst>
              <a:path h="224819" w="334508">
                <a:moveTo>
                  <a:pt x="0" y="0"/>
                </a:moveTo>
                <a:lnTo>
                  <a:pt x="334509" y="0"/>
                </a:lnTo>
                <a:lnTo>
                  <a:pt x="334509" y="224819"/>
                </a:lnTo>
                <a:lnTo>
                  <a:pt x="0" y="224819"/>
                </a:lnTo>
                <a:lnTo>
                  <a:pt x="0" y="0"/>
                </a:lnTo>
                <a:close/>
              </a:path>
            </a:pathLst>
          </a:custGeom>
          <a:blipFill>
            <a:blip r:embed="rId106">
              <a:extLst>
                <a:ext uri="{96DAC541-7B7A-43D3-8B79-37D633B846F1}">
                  <asvg:svgBlip xmlns:asvg="http://schemas.microsoft.com/office/drawing/2016/SVG/main" r:embed="rId10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6362757" y="6061710"/>
            <a:ext cx="325412" cy="259709"/>
          </a:xfrm>
          <a:custGeom>
            <a:avLst/>
            <a:gdLst/>
            <a:ahLst/>
            <a:cxnLst/>
            <a:rect r="r" b="b" t="t" l="l"/>
            <a:pathLst>
              <a:path h="259709" w="325412">
                <a:moveTo>
                  <a:pt x="0" y="0"/>
                </a:moveTo>
                <a:lnTo>
                  <a:pt x="325412" y="0"/>
                </a:lnTo>
                <a:lnTo>
                  <a:pt x="325412" y="259709"/>
                </a:lnTo>
                <a:lnTo>
                  <a:pt x="0" y="259709"/>
                </a:lnTo>
                <a:lnTo>
                  <a:pt x="0" y="0"/>
                </a:lnTo>
                <a:close/>
              </a:path>
            </a:pathLst>
          </a:custGeom>
          <a:blipFill>
            <a:blip r:embed="rId108">
              <a:extLst>
                <a:ext uri="{96DAC541-7B7A-43D3-8B79-37D633B846F1}">
                  <asvg:svgBlip xmlns:asvg="http://schemas.microsoft.com/office/drawing/2016/SVG/main" r:embed="rId10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6866287" y="6057624"/>
            <a:ext cx="319068" cy="267424"/>
          </a:xfrm>
          <a:custGeom>
            <a:avLst/>
            <a:gdLst/>
            <a:ahLst/>
            <a:cxnLst/>
            <a:rect r="r" b="b" t="t" l="l"/>
            <a:pathLst>
              <a:path h="267424" w="319068">
                <a:moveTo>
                  <a:pt x="0" y="0"/>
                </a:moveTo>
                <a:lnTo>
                  <a:pt x="319068" y="0"/>
                </a:lnTo>
                <a:lnTo>
                  <a:pt x="319068" y="267424"/>
                </a:lnTo>
                <a:lnTo>
                  <a:pt x="0" y="267424"/>
                </a:lnTo>
                <a:lnTo>
                  <a:pt x="0" y="0"/>
                </a:lnTo>
                <a:close/>
              </a:path>
            </a:pathLst>
          </a:custGeom>
          <a:blipFill>
            <a:blip r:embed="rId110">
              <a:extLst>
                <a:ext uri="{96DAC541-7B7A-43D3-8B79-37D633B846F1}">
                  <asvg:svgBlip xmlns:asvg="http://schemas.microsoft.com/office/drawing/2016/SVG/main" r:embed="rId1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7382037" y="6029982"/>
            <a:ext cx="288265" cy="300952"/>
          </a:xfrm>
          <a:custGeom>
            <a:avLst/>
            <a:gdLst/>
            <a:ahLst/>
            <a:cxnLst/>
            <a:rect r="r" b="b" t="t" l="l"/>
            <a:pathLst>
              <a:path h="300952" w="288265">
                <a:moveTo>
                  <a:pt x="0" y="0"/>
                </a:moveTo>
                <a:lnTo>
                  <a:pt x="288265" y="0"/>
                </a:lnTo>
                <a:lnTo>
                  <a:pt x="288265" y="300952"/>
                </a:lnTo>
                <a:lnTo>
                  <a:pt x="0" y="300952"/>
                </a:lnTo>
                <a:lnTo>
                  <a:pt x="0" y="0"/>
                </a:lnTo>
                <a:close/>
              </a:path>
            </a:pathLst>
          </a:custGeom>
          <a:blipFill>
            <a:blip r:embed="rId112">
              <a:extLst>
                <a:ext uri="{96DAC541-7B7A-43D3-8B79-37D633B846F1}">
                  <asvg:svgBlip xmlns:asvg="http://schemas.microsoft.com/office/drawing/2016/SVG/main" r:embed="rId1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7858363" y="6068063"/>
            <a:ext cx="336290" cy="246564"/>
          </a:xfrm>
          <a:custGeom>
            <a:avLst/>
            <a:gdLst/>
            <a:ahLst/>
            <a:cxnLst/>
            <a:rect r="r" b="b" t="t" l="l"/>
            <a:pathLst>
              <a:path h="246564" w="336290">
                <a:moveTo>
                  <a:pt x="0" y="0"/>
                </a:moveTo>
                <a:lnTo>
                  <a:pt x="336290" y="0"/>
                </a:lnTo>
                <a:lnTo>
                  <a:pt x="336290" y="246564"/>
                </a:lnTo>
                <a:lnTo>
                  <a:pt x="0" y="246564"/>
                </a:lnTo>
                <a:lnTo>
                  <a:pt x="0" y="0"/>
                </a:lnTo>
                <a:close/>
              </a:path>
            </a:pathLst>
          </a:custGeom>
          <a:blipFill>
            <a:blip r:embed="rId114">
              <a:extLst>
                <a:ext uri="{96DAC541-7B7A-43D3-8B79-37D633B846F1}">
                  <asvg:svgBlip xmlns:asvg="http://schemas.microsoft.com/office/drawing/2016/SVG/main" r:embed="rId1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8358711" y="6068063"/>
            <a:ext cx="336290" cy="246564"/>
          </a:xfrm>
          <a:custGeom>
            <a:avLst/>
            <a:gdLst/>
            <a:ahLst/>
            <a:cxnLst/>
            <a:rect r="r" b="b" t="t" l="l"/>
            <a:pathLst>
              <a:path h="246564" w="336290">
                <a:moveTo>
                  <a:pt x="0" y="0"/>
                </a:moveTo>
                <a:lnTo>
                  <a:pt x="336290" y="0"/>
                </a:lnTo>
                <a:lnTo>
                  <a:pt x="336290" y="246564"/>
                </a:lnTo>
                <a:lnTo>
                  <a:pt x="0" y="246564"/>
                </a:lnTo>
                <a:lnTo>
                  <a:pt x="0" y="0"/>
                </a:lnTo>
                <a:close/>
              </a:path>
            </a:pathLst>
          </a:custGeom>
          <a:blipFill>
            <a:blip r:embed="rId116">
              <a:extLst>
                <a:ext uri="{96DAC541-7B7A-43D3-8B79-37D633B846F1}">
                  <asvg:svgBlip xmlns:asvg="http://schemas.microsoft.com/office/drawing/2016/SVG/main" r:embed="rId1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8870852" y="6043136"/>
            <a:ext cx="312725" cy="296408"/>
          </a:xfrm>
          <a:custGeom>
            <a:avLst/>
            <a:gdLst/>
            <a:ahLst/>
            <a:cxnLst/>
            <a:rect r="r" b="b" t="t" l="l"/>
            <a:pathLst>
              <a:path h="296408" w="312725">
                <a:moveTo>
                  <a:pt x="0" y="0"/>
                </a:moveTo>
                <a:lnTo>
                  <a:pt x="312724" y="0"/>
                </a:lnTo>
                <a:lnTo>
                  <a:pt x="312724" y="296409"/>
                </a:lnTo>
                <a:lnTo>
                  <a:pt x="0" y="296409"/>
                </a:lnTo>
                <a:lnTo>
                  <a:pt x="0" y="0"/>
                </a:lnTo>
                <a:close/>
              </a:path>
            </a:pathLst>
          </a:custGeom>
          <a:blipFill>
            <a:blip r:embed="rId118">
              <a:extLst>
                <a:ext uri="{96DAC541-7B7A-43D3-8B79-37D633B846F1}">
                  <asvg:svgBlip xmlns:asvg="http://schemas.microsoft.com/office/drawing/2016/SVG/main" r:embed="rId1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9353540" y="6017324"/>
            <a:ext cx="348091" cy="348072"/>
          </a:xfrm>
          <a:custGeom>
            <a:avLst/>
            <a:gdLst/>
            <a:ahLst/>
            <a:cxnLst/>
            <a:rect r="r" b="b" t="t" l="l"/>
            <a:pathLst>
              <a:path h="348072" w="348091">
                <a:moveTo>
                  <a:pt x="0" y="0"/>
                </a:moveTo>
                <a:lnTo>
                  <a:pt x="348092" y="0"/>
                </a:lnTo>
                <a:lnTo>
                  <a:pt x="348092" y="348072"/>
                </a:lnTo>
                <a:lnTo>
                  <a:pt x="0" y="348072"/>
                </a:lnTo>
                <a:lnTo>
                  <a:pt x="0" y="0"/>
                </a:lnTo>
                <a:close/>
              </a:path>
            </a:pathLst>
          </a:custGeom>
          <a:blipFill>
            <a:blip r:embed="rId120">
              <a:extLst>
                <a:ext uri="{96DAC541-7B7A-43D3-8B79-37D633B846F1}">
                  <asvg:svgBlip xmlns:asvg="http://schemas.microsoft.com/office/drawing/2016/SVG/main" r:embed="rId1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9876082" y="6039498"/>
            <a:ext cx="303667" cy="303686"/>
          </a:xfrm>
          <a:custGeom>
            <a:avLst/>
            <a:gdLst/>
            <a:ahLst/>
            <a:cxnLst/>
            <a:rect r="r" b="b" t="t" l="l"/>
            <a:pathLst>
              <a:path h="303686" w="303667">
                <a:moveTo>
                  <a:pt x="0" y="0"/>
                </a:moveTo>
                <a:lnTo>
                  <a:pt x="303666" y="0"/>
                </a:lnTo>
                <a:lnTo>
                  <a:pt x="303666" y="303685"/>
                </a:lnTo>
                <a:lnTo>
                  <a:pt x="0" y="303685"/>
                </a:lnTo>
                <a:lnTo>
                  <a:pt x="0" y="0"/>
                </a:lnTo>
                <a:close/>
              </a:path>
            </a:pathLst>
          </a:custGeom>
          <a:blipFill>
            <a:blip r:embed="rId122">
              <a:extLst>
                <a:ext uri="{96DAC541-7B7A-43D3-8B79-37D633B846F1}">
                  <asvg:svgBlip xmlns:asvg="http://schemas.microsoft.com/office/drawing/2016/SVG/main" r:embed="rId1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5360241" y="6527149"/>
            <a:ext cx="329051" cy="329070"/>
          </a:xfrm>
          <a:custGeom>
            <a:avLst/>
            <a:gdLst/>
            <a:ahLst/>
            <a:cxnLst/>
            <a:rect r="r" b="b" t="t" l="l"/>
            <a:pathLst>
              <a:path h="329070" w="329051">
                <a:moveTo>
                  <a:pt x="0" y="0"/>
                </a:moveTo>
                <a:lnTo>
                  <a:pt x="329051" y="0"/>
                </a:lnTo>
                <a:lnTo>
                  <a:pt x="329051" y="329070"/>
                </a:lnTo>
                <a:lnTo>
                  <a:pt x="0" y="329070"/>
                </a:lnTo>
                <a:lnTo>
                  <a:pt x="0" y="0"/>
                </a:lnTo>
                <a:close/>
              </a:path>
            </a:pathLst>
          </a:custGeom>
          <a:blipFill>
            <a:blip r:embed="rId124">
              <a:extLst>
                <a:ext uri="{96DAC541-7B7A-43D3-8B79-37D633B846F1}">
                  <asvg:svgBlip xmlns:asvg="http://schemas.microsoft.com/office/drawing/2016/SVG/main" r:embed="rId1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5846997" y="6591090"/>
            <a:ext cx="356254" cy="201254"/>
          </a:xfrm>
          <a:custGeom>
            <a:avLst/>
            <a:gdLst/>
            <a:ahLst/>
            <a:cxnLst/>
            <a:rect r="r" b="b" t="t" l="l"/>
            <a:pathLst>
              <a:path h="201254" w="356254">
                <a:moveTo>
                  <a:pt x="0" y="0"/>
                </a:moveTo>
                <a:lnTo>
                  <a:pt x="356254" y="0"/>
                </a:lnTo>
                <a:lnTo>
                  <a:pt x="356254" y="201254"/>
                </a:lnTo>
                <a:lnTo>
                  <a:pt x="0" y="201254"/>
                </a:lnTo>
                <a:lnTo>
                  <a:pt x="0" y="0"/>
                </a:lnTo>
                <a:close/>
              </a:path>
            </a:pathLst>
          </a:custGeom>
          <a:blipFill>
            <a:blip r:embed="rId126">
              <a:extLst>
                <a:ext uri="{96DAC541-7B7A-43D3-8B79-37D633B846F1}">
                  <asvg:svgBlip xmlns:asvg="http://schemas.microsoft.com/office/drawing/2016/SVG/main" r:embed="rId1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6405810" y="6502698"/>
            <a:ext cx="239306" cy="377981"/>
          </a:xfrm>
          <a:custGeom>
            <a:avLst/>
            <a:gdLst/>
            <a:ahLst/>
            <a:cxnLst/>
            <a:rect r="r" b="b" t="t" l="l"/>
            <a:pathLst>
              <a:path h="377981" w="239306">
                <a:moveTo>
                  <a:pt x="0" y="0"/>
                </a:moveTo>
                <a:lnTo>
                  <a:pt x="239306" y="0"/>
                </a:lnTo>
                <a:lnTo>
                  <a:pt x="239306" y="377981"/>
                </a:lnTo>
                <a:lnTo>
                  <a:pt x="0" y="377981"/>
                </a:lnTo>
                <a:lnTo>
                  <a:pt x="0" y="0"/>
                </a:lnTo>
                <a:close/>
              </a:path>
            </a:pathLst>
          </a:custGeom>
          <a:blipFill>
            <a:blip r:embed="rId128">
              <a:extLst>
                <a:ext uri="{96DAC541-7B7A-43D3-8B79-37D633B846F1}">
                  <asvg:svgBlip xmlns:asvg="http://schemas.microsoft.com/office/drawing/2016/SVG/main" r:embed="rId1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6884860" y="6507670"/>
            <a:ext cx="282359" cy="368036"/>
          </a:xfrm>
          <a:custGeom>
            <a:avLst/>
            <a:gdLst/>
            <a:ahLst/>
            <a:cxnLst/>
            <a:rect r="r" b="b" t="t" l="l"/>
            <a:pathLst>
              <a:path h="368036" w="282359">
                <a:moveTo>
                  <a:pt x="0" y="0"/>
                </a:moveTo>
                <a:lnTo>
                  <a:pt x="282360" y="0"/>
                </a:lnTo>
                <a:lnTo>
                  <a:pt x="282360" y="368037"/>
                </a:lnTo>
                <a:lnTo>
                  <a:pt x="0" y="368037"/>
                </a:lnTo>
                <a:lnTo>
                  <a:pt x="0" y="0"/>
                </a:lnTo>
                <a:close/>
              </a:path>
            </a:pathLst>
          </a:custGeom>
          <a:blipFill>
            <a:blip r:embed="rId130">
              <a:extLst>
                <a:ext uri="{96DAC541-7B7A-43D3-8B79-37D633B846F1}">
                  <asvg:svgBlip xmlns:asvg="http://schemas.microsoft.com/office/drawing/2016/SVG/main" r:embed="rId1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7875613" y="6540789"/>
            <a:ext cx="301847" cy="301866"/>
          </a:xfrm>
          <a:custGeom>
            <a:avLst/>
            <a:gdLst/>
            <a:ahLst/>
            <a:cxnLst/>
            <a:rect r="r" b="b" t="t" l="l"/>
            <a:pathLst>
              <a:path h="301866" w="301847">
                <a:moveTo>
                  <a:pt x="0" y="0"/>
                </a:moveTo>
                <a:lnTo>
                  <a:pt x="301847" y="0"/>
                </a:lnTo>
                <a:lnTo>
                  <a:pt x="301847" y="301866"/>
                </a:lnTo>
                <a:lnTo>
                  <a:pt x="0" y="301866"/>
                </a:lnTo>
                <a:lnTo>
                  <a:pt x="0" y="0"/>
                </a:lnTo>
                <a:close/>
              </a:path>
            </a:pathLst>
          </a:custGeom>
          <a:blipFill>
            <a:blip r:embed="rId132">
              <a:extLst>
                <a:ext uri="{96DAC541-7B7A-43D3-8B79-37D633B846F1}">
                  <asvg:svgBlip xmlns:asvg="http://schemas.microsoft.com/office/drawing/2016/SVG/main" r:embed="rId1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7375255" y="6559829"/>
            <a:ext cx="301847" cy="263785"/>
          </a:xfrm>
          <a:custGeom>
            <a:avLst/>
            <a:gdLst/>
            <a:ahLst/>
            <a:cxnLst/>
            <a:rect r="r" b="b" t="t" l="l"/>
            <a:pathLst>
              <a:path h="263785" w="301847">
                <a:moveTo>
                  <a:pt x="0" y="0"/>
                </a:moveTo>
                <a:lnTo>
                  <a:pt x="301847" y="0"/>
                </a:lnTo>
                <a:lnTo>
                  <a:pt x="301847" y="263786"/>
                </a:lnTo>
                <a:lnTo>
                  <a:pt x="0" y="263786"/>
                </a:lnTo>
                <a:lnTo>
                  <a:pt x="0" y="0"/>
                </a:lnTo>
                <a:close/>
              </a:path>
            </a:pathLst>
          </a:custGeom>
          <a:blipFill>
            <a:blip r:embed="rId134">
              <a:extLst>
                <a:ext uri="{96DAC541-7B7A-43D3-8B79-37D633B846F1}">
                  <asvg:svgBlip xmlns:asvg="http://schemas.microsoft.com/office/drawing/2016/SVG/main" r:embed="rId1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8374580" y="6539436"/>
            <a:ext cx="304590" cy="304571"/>
          </a:xfrm>
          <a:custGeom>
            <a:avLst/>
            <a:gdLst/>
            <a:ahLst/>
            <a:cxnLst/>
            <a:rect r="r" b="b" t="t" l="l"/>
            <a:pathLst>
              <a:path h="304571" w="304590">
                <a:moveTo>
                  <a:pt x="0" y="0"/>
                </a:moveTo>
                <a:lnTo>
                  <a:pt x="304590" y="0"/>
                </a:lnTo>
                <a:lnTo>
                  <a:pt x="304590" y="304572"/>
                </a:lnTo>
                <a:lnTo>
                  <a:pt x="0" y="304572"/>
                </a:lnTo>
                <a:lnTo>
                  <a:pt x="0" y="0"/>
                </a:lnTo>
                <a:close/>
              </a:path>
            </a:pathLst>
          </a:custGeom>
          <a:blipFill>
            <a:blip r:embed="rId136">
              <a:extLst>
                <a:ext uri="{96DAC541-7B7A-43D3-8B79-37D633B846F1}">
                  <asvg:svgBlip xmlns:asvg="http://schemas.microsoft.com/office/drawing/2016/SVG/main" r:embed="rId1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8852716" y="6543932"/>
            <a:ext cx="348977" cy="295523"/>
          </a:xfrm>
          <a:custGeom>
            <a:avLst/>
            <a:gdLst/>
            <a:ahLst/>
            <a:cxnLst/>
            <a:rect r="r" b="b" t="t" l="l"/>
            <a:pathLst>
              <a:path h="295523" w="348977">
                <a:moveTo>
                  <a:pt x="0" y="0"/>
                </a:moveTo>
                <a:lnTo>
                  <a:pt x="348977" y="0"/>
                </a:lnTo>
                <a:lnTo>
                  <a:pt x="348977" y="295523"/>
                </a:lnTo>
                <a:lnTo>
                  <a:pt x="0" y="295523"/>
                </a:lnTo>
                <a:lnTo>
                  <a:pt x="0" y="0"/>
                </a:lnTo>
                <a:close/>
              </a:path>
            </a:pathLst>
          </a:custGeom>
          <a:blipFill>
            <a:blip r:embed="rId138">
              <a:extLst>
                <a:ext uri="{96DAC541-7B7A-43D3-8B79-37D633B846F1}">
                  <asvg:svgBlip xmlns:asvg="http://schemas.microsoft.com/office/drawing/2016/SVG/main" r:embed="rId1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9370762" y="6534912"/>
            <a:ext cx="313649" cy="313630"/>
          </a:xfrm>
          <a:custGeom>
            <a:avLst/>
            <a:gdLst/>
            <a:ahLst/>
            <a:cxnLst/>
            <a:rect r="r" b="b" t="t" l="l"/>
            <a:pathLst>
              <a:path h="313630" w="313649">
                <a:moveTo>
                  <a:pt x="0" y="0"/>
                </a:moveTo>
                <a:lnTo>
                  <a:pt x="313648" y="0"/>
                </a:lnTo>
                <a:lnTo>
                  <a:pt x="313648" y="313630"/>
                </a:lnTo>
                <a:lnTo>
                  <a:pt x="0" y="313630"/>
                </a:lnTo>
                <a:lnTo>
                  <a:pt x="0" y="0"/>
                </a:lnTo>
                <a:close/>
              </a:path>
            </a:pathLst>
          </a:custGeom>
          <a:blipFill>
            <a:blip r:embed="rId140">
              <a:extLst>
                <a:ext uri="{96DAC541-7B7A-43D3-8B79-37D633B846F1}">
                  <asvg:svgBlip xmlns:asvg="http://schemas.microsoft.com/office/drawing/2016/SVG/main" r:embed="rId1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0">
            <a:off x="9866995" y="6519920"/>
            <a:ext cx="321812" cy="343548"/>
          </a:xfrm>
          <a:custGeom>
            <a:avLst/>
            <a:gdLst/>
            <a:ahLst/>
            <a:cxnLst/>
            <a:rect r="r" b="b" t="t" l="l"/>
            <a:pathLst>
              <a:path h="343548" w="321812">
                <a:moveTo>
                  <a:pt x="0" y="0"/>
                </a:moveTo>
                <a:lnTo>
                  <a:pt x="321812" y="0"/>
                </a:lnTo>
                <a:lnTo>
                  <a:pt x="321812" y="343547"/>
                </a:lnTo>
                <a:lnTo>
                  <a:pt x="0" y="343547"/>
                </a:lnTo>
                <a:lnTo>
                  <a:pt x="0" y="0"/>
                </a:lnTo>
                <a:close/>
              </a:path>
            </a:pathLst>
          </a:custGeom>
          <a:blipFill>
            <a:blip r:embed="rId142">
              <a:extLst>
                <a:ext uri="{96DAC541-7B7A-43D3-8B79-37D633B846F1}">
                  <asvg:svgBlip xmlns:asvg="http://schemas.microsoft.com/office/drawing/2016/SVG/main" r:embed="rId1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5318103" y="7070150"/>
            <a:ext cx="413337" cy="243859"/>
          </a:xfrm>
          <a:custGeom>
            <a:avLst/>
            <a:gdLst/>
            <a:ahLst/>
            <a:cxnLst/>
            <a:rect r="r" b="b" t="t" l="l"/>
            <a:pathLst>
              <a:path h="243859" w="413337">
                <a:moveTo>
                  <a:pt x="0" y="0"/>
                </a:moveTo>
                <a:lnTo>
                  <a:pt x="413337" y="0"/>
                </a:lnTo>
                <a:lnTo>
                  <a:pt x="413337" y="243859"/>
                </a:lnTo>
                <a:lnTo>
                  <a:pt x="0" y="243859"/>
                </a:lnTo>
                <a:lnTo>
                  <a:pt x="0" y="0"/>
                </a:lnTo>
                <a:close/>
              </a:path>
            </a:pathLst>
          </a:custGeom>
          <a:blipFill>
            <a:blip r:embed="rId144">
              <a:extLst>
                <a:ext uri="{96DAC541-7B7A-43D3-8B79-37D633B846F1}">
                  <asvg:svgBlip xmlns:asvg="http://schemas.microsoft.com/office/drawing/2016/SVG/main" r:embed="rId1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2" id="82"/>
          <p:cNvSpPr/>
          <p:nvPr/>
        </p:nvSpPr>
        <p:spPr>
          <a:xfrm flipH="false" flipV="false" rot="0">
            <a:off x="5860123" y="7029793"/>
            <a:ext cx="329965" cy="324526"/>
          </a:xfrm>
          <a:custGeom>
            <a:avLst/>
            <a:gdLst/>
            <a:ahLst/>
            <a:cxnLst/>
            <a:rect r="r" b="b" t="t" l="l"/>
            <a:pathLst>
              <a:path h="324526" w="329965">
                <a:moveTo>
                  <a:pt x="0" y="0"/>
                </a:moveTo>
                <a:lnTo>
                  <a:pt x="329965" y="0"/>
                </a:lnTo>
                <a:lnTo>
                  <a:pt x="329965" y="324526"/>
                </a:lnTo>
                <a:lnTo>
                  <a:pt x="0" y="324526"/>
                </a:lnTo>
                <a:lnTo>
                  <a:pt x="0" y="0"/>
                </a:lnTo>
                <a:close/>
              </a:path>
            </a:pathLst>
          </a:custGeom>
          <a:blipFill>
            <a:blip r:embed="rId146">
              <a:extLst>
                <a:ext uri="{96DAC541-7B7A-43D3-8B79-37D633B846F1}">
                  <asvg:svgBlip xmlns:asvg="http://schemas.microsoft.com/office/drawing/2016/SVG/main" r:embed="rId1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6389951" y="7019363"/>
            <a:ext cx="271043" cy="345357"/>
          </a:xfrm>
          <a:custGeom>
            <a:avLst/>
            <a:gdLst/>
            <a:ahLst/>
            <a:cxnLst/>
            <a:rect r="r" b="b" t="t" l="l"/>
            <a:pathLst>
              <a:path h="345357" w="271043">
                <a:moveTo>
                  <a:pt x="0" y="0"/>
                </a:moveTo>
                <a:lnTo>
                  <a:pt x="271043" y="0"/>
                </a:lnTo>
                <a:lnTo>
                  <a:pt x="271043" y="345357"/>
                </a:lnTo>
                <a:lnTo>
                  <a:pt x="0" y="345357"/>
                </a:lnTo>
                <a:lnTo>
                  <a:pt x="0" y="0"/>
                </a:lnTo>
                <a:close/>
              </a:path>
            </a:pathLst>
          </a:custGeom>
          <a:blipFill>
            <a:blip r:embed="rId148">
              <a:extLst>
                <a:ext uri="{96DAC541-7B7A-43D3-8B79-37D633B846F1}">
                  <asvg:svgBlip xmlns:asvg="http://schemas.microsoft.com/office/drawing/2016/SVG/main" r:embed="rId1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4" id="84"/>
          <p:cNvSpPr/>
          <p:nvPr/>
        </p:nvSpPr>
        <p:spPr>
          <a:xfrm flipH="false" flipV="false" rot="0">
            <a:off x="6870344" y="7032498"/>
            <a:ext cx="310944" cy="319526"/>
          </a:xfrm>
          <a:custGeom>
            <a:avLst/>
            <a:gdLst/>
            <a:ahLst/>
            <a:cxnLst/>
            <a:rect r="r" b="b" t="t" l="l"/>
            <a:pathLst>
              <a:path h="319526" w="310944">
                <a:moveTo>
                  <a:pt x="0" y="0"/>
                </a:moveTo>
                <a:lnTo>
                  <a:pt x="310944" y="0"/>
                </a:lnTo>
                <a:lnTo>
                  <a:pt x="310944" y="319526"/>
                </a:lnTo>
                <a:lnTo>
                  <a:pt x="0" y="319526"/>
                </a:lnTo>
                <a:lnTo>
                  <a:pt x="0" y="0"/>
                </a:lnTo>
                <a:close/>
              </a:path>
            </a:pathLst>
          </a:custGeom>
          <a:blipFill>
            <a:blip r:embed="rId150">
              <a:extLst>
                <a:ext uri="{96DAC541-7B7A-43D3-8B79-37D633B846F1}">
                  <asvg:svgBlip xmlns:asvg="http://schemas.microsoft.com/office/drawing/2016/SVG/main" r:embed="rId1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5" id="85"/>
          <p:cNvSpPr/>
          <p:nvPr/>
        </p:nvSpPr>
        <p:spPr>
          <a:xfrm flipH="false" flipV="false" rot="0">
            <a:off x="7340336" y="7039308"/>
            <a:ext cx="371656" cy="305486"/>
          </a:xfrm>
          <a:custGeom>
            <a:avLst/>
            <a:gdLst/>
            <a:ahLst/>
            <a:cxnLst/>
            <a:rect r="r" b="b" t="t" l="l"/>
            <a:pathLst>
              <a:path h="305486" w="371656">
                <a:moveTo>
                  <a:pt x="0" y="0"/>
                </a:moveTo>
                <a:lnTo>
                  <a:pt x="371656" y="0"/>
                </a:lnTo>
                <a:lnTo>
                  <a:pt x="371656" y="305486"/>
                </a:lnTo>
                <a:lnTo>
                  <a:pt x="0" y="305486"/>
                </a:lnTo>
                <a:lnTo>
                  <a:pt x="0" y="0"/>
                </a:lnTo>
                <a:close/>
              </a:path>
            </a:pathLst>
          </a:custGeom>
          <a:blipFill>
            <a:blip r:embed="rId152">
              <a:extLst>
                <a:ext uri="{96DAC541-7B7A-43D3-8B79-37D633B846F1}">
                  <asvg:svgBlip xmlns:asvg="http://schemas.microsoft.com/office/drawing/2016/SVG/main" r:embed="rId15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6" id="86"/>
          <p:cNvSpPr/>
          <p:nvPr/>
        </p:nvSpPr>
        <p:spPr>
          <a:xfrm flipH="false" flipV="false" rot="0">
            <a:off x="8322907" y="7006666"/>
            <a:ext cx="407918" cy="370751"/>
          </a:xfrm>
          <a:custGeom>
            <a:avLst/>
            <a:gdLst/>
            <a:ahLst/>
            <a:cxnLst/>
            <a:rect r="r" b="b" t="t" l="l"/>
            <a:pathLst>
              <a:path h="370751" w="407918">
                <a:moveTo>
                  <a:pt x="0" y="0"/>
                </a:moveTo>
                <a:lnTo>
                  <a:pt x="407918" y="0"/>
                </a:lnTo>
                <a:lnTo>
                  <a:pt x="407918" y="370751"/>
                </a:lnTo>
                <a:lnTo>
                  <a:pt x="0" y="370751"/>
                </a:lnTo>
                <a:lnTo>
                  <a:pt x="0" y="0"/>
                </a:lnTo>
                <a:close/>
              </a:path>
            </a:pathLst>
          </a:custGeom>
          <a:blipFill>
            <a:blip r:embed="rId154">
              <a:extLst>
                <a:ext uri="{96DAC541-7B7A-43D3-8B79-37D633B846F1}">
                  <asvg:svgBlip xmlns:asvg="http://schemas.microsoft.com/office/drawing/2016/SVG/main" r:embed="rId15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7" id="87"/>
          <p:cNvSpPr/>
          <p:nvPr/>
        </p:nvSpPr>
        <p:spPr>
          <a:xfrm flipH="false" flipV="false" rot="0">
            <a:off x="7885109" y="7027516"/>
            <a:ext cx="282807" cy="328584"/>
          </a:xfrm>
          <a:custGeom>
            <a:avLst/>
            <a:gdLst/>
            <a:ahLst/>
            <a:cxnLst/>
            <a:rect r="r" b="b" t="t" l="l"/>
            <a:pathLst>
              <a:path h="328584" w="282807">
                <a:moveTo>
                  <a:pt x="0" y="0"/>
                </a:moveTo>
                <a:lnTo>
                  <a:pt x="282807" y="0"/>
                </a:lnTo>
                <a:lnTo>
                  <a:pt x="282807" y="328584"/>
                </a:lnTo>
                <a:lnTo>
                  <a:pt x="0" y="328584"/>
                </a:lnTo>
                <a:lnTo>
                  <a:pt x="0" y="0"/>
                </a:lnTo>
                <a:close/>
              </a:path>
            </a:pathLst>
          </a:custGeom>
          <a:blipFill>
            <a:blip r:embed="rId156">
              <a:extLst>
                <a:ext uri="{96DAC541-7B7A-43D3-8B79-37D633B846F1}">
                  <asvg:svgBlip xmlns:asvg="http://schemas.microsoft.com/office/drawing/2016/SVG/main" r:embed="rId15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8" id="88"/>
          <p:cNvSpPr/>
          <p:nvPr/>
        </p:nvSpPr>
        <p:spPr>
          <a:xfrm flipH="false" flipV="false" rot="0">
            <a:off x="8826884" y="6999875"/>
            <a:ext cx="400660" cy="384334"/>
          </a:xfrm>
          <a:custGeom>
            <a:avLst/>
            <a:gdLst/>
            <a:ahLst/>
            <a:cxnLst/>
            <a:rect r="r" b="b" t="t" l="l"/>
            <a:pathLst>
              <a:path h="384334" w="400660">
                <a:moveTo>
                  <a:pt x="0" y="0"/>
                </a:moveTo>
                <a:lnTo>
                  <a:pt x="400660" y="0"/>
                </a:lnTo>
                <a:lnTo>
                  <a:pt x="400660" y="384334"/>
                </a:lnTo>
                <a:lnTo>
                  <a:pt x="0" y="384334"/>
                </a:lnTo>
                <a:lnTo>
                  <a:pt x="0" y="0"/>
                </a:lnTo>
                <a:close/>
              </a:path>
            </a:pathLst>
          </a:custGeom>
          <a:blipFill>
            <a:blip r:embed="rId158">
              <a:extLst>
                <a:ext uri="{96DAC541-7B7A-43D3-8B79-37D633B846F1}">
                  <asvg:svgBlip xmlns:asvg="http://schemas.microsoft.com/office/drawing/2016/SVG/main" r:embed="rId15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9" id="89"/>
          <p:cNvSpPr/>
          <p:nvPr/>
        </p:nvSpPr>
        <p:spPr>
          <a:xfrm flipH="false" flipV="false" rot="0">
            <a:off x="9351283" y="7094630"/>
            <a:ext cx="352615" cy="194901"/>
          </a:xfrm>
          <a:custGeom>
            <a:avLst/>
            <a:gdLst/>
            <a:ahLst/>
            <a:cxnLst/>
            <a:rect r="r" b="b" t="t" l="l"/>
            <a:pathLst>
              <a:path h="194901" w="352615">
                <a:moveTo>
                  <a:pt x="0" y="0"/>
                </a:moveTo>
                <a:lnTo>
                  <a:pt x="352616" y="0"/>
                </a:lnTo>
                <a:lnTo>
                  <a:pt x="352616" y="194900"/>
                </a:lnTo>
                <a:lnTo>
                  <a:pt x="0" y="194900"/>
                </a:lnTo>
                <a:lnTo>
                  <a:pt x="0" y="0"/>
                </a:lnTo>
                <a:close/>
              </a:path>
            </a:pathLst>
          </a:custGeom>
          <a:blipFill>
            <a:blip r:embed="rId160">
              <a:extLst>
                <a:ext uri="{96DAC541-7B7A-43D3-8B79-37D633B846F1}">
                  <asvg:svgBlip xmlns:asvg="http://schemas.microsoft.com/office/drawing/2016/SVG/main" r:embed="rId16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0" id="90"/>
          <p:cNvSpPr/>
          <p:nvPr/>
        </p:nvSpPr>
        <p:spPr>
          <a:xfrm flipH="false" flipV="false" rot="0">
            <a:off x="9898732" y="7056968"/>
            <a:ext cx="256994" cy="295523"/>
          </a:xfrm>
          <a:custGeom>
            <a:avLst/>
            <a:gdLst/>
            <a:ahLst/>
            <a:cxnLst/>
            <a:rect r="r" b="b" t="t" l="l"/>
            <a:pathLst>
              <a:path h="295523" w="256994">
                <a:moveTo>
                  <a:pt x="0" y="0"/>
                </a:moveTo>
                <a:lnTo>
                  <a:pt x="256994" y="0"/>
                </a:lnTo>
                <a:lnTo>
                  <a:pt x="256994" y="295522"/>
                </a:lnTo>
                <a:lnTo>
                  <a:pt x="0" y="295522"/>
                </a:lnTo>
                <a:lnTo>
                  <a:pt x="0" y="0"/>
                </a:lnTo>
                <a:close/>
              </a:path>
            </a:pathLst>
          </a:custGeom>
          <a:blipFill>
            <a:blip r:embed="rId162">
              <a:extLst>
                <a:ext uri="{96DAC541-7B7A-43D3-8B79-37D633B846F1}">
                  <asvg:svgBlip xmlns:asvg="http://schemas.microsoft.com/office/drawing/2016/SVG/main" r:embed="rId16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10591076" y="5256819"/>
            <a:ext cx="486642" cy="474002"/>
          </a:xfrm>
          <a:custGeom>
            <a:avLst/>
            <a:gdLst/>
            <a:ahLst/>
            <a:cxnLst/>
            <a:rect r="r" b="b" t="t" l="l"/>
            <a:pathLst>
              <a:path h="474002" w="486642">
                <a:moveTo>
                  <a:pt x="0" y="0"/>
                </a:moveTo>
                <a:lnTo>
                  <a:pt x="486642" y="0"/>
                </a:lnTo>
                <a:lnTo>
                  <a:pt x="486642" y="474002"/>
                </a:lnTo>
                <a:lnTo>
                  <a:pt x="0" y="474002"/>
                </a:lnTo>
                <a:lnTo>
                  <a:pt x="0" y="0"/>
                </a:lnTo>
                <a:close/>
              </a:path>
            </a:pathLst>
          </a:custGeom>
          <a:blipFill>
            <a:blip r:embed="rId164">
              <a:extLst>
                <a:ext uri="{96DAC541-7B7A-43D3-8B79-37D633B846F1}">
                  <asvg:svgBlip xmlns:asvg="http://schemas.microsoft.com/office/drawing/2016/SVG/main" r:embed="rId16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2" id="92"/>
          <p:cNvSpPr/>
          <p:nvPr/>
        </p:nvSpPr>
        <p:spPr>
          <a:xfrm flipH="false" flipV="false" rot="0">
            <a:off x="10809246" y="5522385"/>
            <a:ext cx="451066" cy="254813"/>
          </a:xfrm>
          <a:custGeom>
            <a:avLst/>
            <a:gdLst/>
            <a:ahLst/>
            <a:cxnLst/>
            <a:rect r="r" b="b" t="t" l="l"/>
            <a:pathLst>
              <a:path h="254813" w="451066">
                <a:moveTo>
                  <a:pt x="0" y="0"/>
                </a:moveTo>
                <a:lnTo>
                  <a:pt x="451066" y="0"/>
                </a:lnTo>
                <a:lnTo>
                  <a:pt x="451066" y="254813"/>
                </a:lnTo>
                <a:lnTo>
                  <a:pt x="0" y="254813"/>
                </a:lnTo>
                <a:lnTo>
                  <a:pt x="0" y="0"/>
                </a:lnTo>
                <a:close/>
              </a:path>
            </a:pathLst>
          </a:custGeom>
          <a:blipFill>
            <a:blip r:embed="rId166">
              <a:extLst>
                <a:ext uri="{96DAC541-7B7A-43D3-8B79-37D633B846F1}">
                  <asvg:svgBlip xmlns:asvg="http://schemas.microsoft.com/office/drawing/2016/SVG/main" r:embed="rId16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3" id="93"/>
          <p:cNvSpPr/>
          <p:nvPr/>
        </p:nvSpPr>
        <p:spPr>
          <a:xfrm flipH="false" flipV="false" rot="0">
            <a:off x="11582210" y="5229149"/>
            <a:ext cx="495595" cy="482956"/>
          </a:xfrm>
          <a:custGeom>
            <a:avLst/>
            <a:gdLst/>
            <a:ahLst/>
            <a:cxnLst/>
            <a:rect r="r" b="b" t="t" l="l"/>
            <a:pathLst>
              <a:path h="482956" w="495595">
                <a:moveTo>
                  <a:pt x="0" y="0"/>
                </a:moveTo>
                <a:lnTo>
                  <a:pt x="495595" y="0"/>
                </a:lnTo>
                <a:lnTo>
                  <a:pt x="495595" y="482955"/>
                </a:lnTo>
                <a:lnTo>
                  <a:pt x="0" y="482955"/>
                </a:lnTo>
                <a:lnTo>
                  <a:pt x="0" y="0"/>
                </a:lnTo>
                <a:close/>
              </a:path>
            </a:pathLst>
          </a:custGeom>
          <a:blipFill>
            <a:blip r:embed="rId168">
              <a:extLst>
                <a:ext uri="{96DAC541-7B7A-43D3-8B79-37D633B846F1}">
                  <asvg:svgBlip xmlns:asvg="http://schemas.microsoft.com/office/drawing/2016/SVG/main" r:embed="rId16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11776281" y="5470608"/>
            <a:ext cx="508216" cy="311963"/>
          </a:xfrm>
          <a:custGeom>
            <a:avLst/>
            <a:gdLst/>
            <a:ahLst/>
            <a:cxnLst/>
            <a:rect r="r" b="b" t="t" l="l"/>
            <a:pathLst>
              <a:path h="311963" w="508216">
                <a:moveTo>
                  <a:pt x="0" y="0"/>
                </a:moveTo>
                <a:lnTo>
                  <a:pt x="508216" y="0"/>
                </a:lnTo>
                <a:lnTo>
                  <a:pt x="508216" y="311962"/>
                </a:lnTo>
                <a:lnTo>
                  <a:pt x="0" y="311962"/>
                </a:lnTo>
                <a:lnTo>
                  <a:pt x="0" y="0"/>
                </a:lnTo>
                <a:close/>
              </a:path>
            </a:pathLst>
          </a:custGeom>
          <a:blipFill>
            <a:blip r:embed="rId170">
              <a:extLst>
                <a:ext uri="{96DAC541-7B7A-43D3-8B79-37D633B846F1}">
                  <asvg:svgBlip xmlns:asvg="http://schemas.microsoft.com/office/drawing/2016/SVG/main" r:embed="rId17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5" id="95"/>
          <p:cNvSpPr/>
          <p:nvPr/>
        </p:nvSpPr>
        <p:spPr>
          <a:xfrm flipH="false" flipV="false" rot="0">
            <a:off x="10557986" y="6042898"/>
            <a:ext cx="1277226" cy="1245784"/>
          </a:xfrm>
          <a:custGeom>
            <a:avLst/>
            <a:gdLst/>
            <a:ahLst/>
            <a:cxnLst/>
            <a:rect r="r" b="b" t="t" l="l"/>
            <a:pathLst>
              <a:path h="1245784" w="1277226">
                <a:moveTo>
                  <a:pt x="0" y="0"/>
                </a:moveTo>
                <a:lnTo>
                  <a:pt x="1277227" y="0"/>
                </a:lnTo>
                <a:lnTo>
                  <a:pt x="1277227" y="1245784"/>
                </a:lnTo>
                <a:lnTo>
                  <a:pt x="0" y="1245784"/>
                </a:lnTo>
                <a:lnTo>
                  <a:pt x="0" y="0"/>
                </a:lnTo>
                <a:close/>
              </a:path>
            </a:pathLst>
          </a:custGeom>
          <a:blipFill>
            <a:blip r:embed="rId172">
              <a:extLst>
                <a:ext uri="{96DAC541-7B7A-43D3-8B79-37D633B846F1}">
                  <asvg:svgBlip xmlns:asvg="http://schemas.microsoft.com/office/drawing/2016/SVG/main" r:embed="rId17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6" id="96"/>
          <p:cNvSpPr/>
          <p:nvPr/>
        </p:nvSpPr>
        <p:spPr>
          <a:xfrm flipH="false" flipV="false" rot="0">
            <a:off x="11126838" y="6729632"/>
            <a:ext cx="1136237" cy="648081"/>
          </a:xfrm>
          <a:custGeom>
            <a:avLst/>
            <a:gdLst/>
            <a:ahLst/>
            <a:cxnLst/>
            <a:rect r="r" b="b" t="t" l="l"/>
            <a:pathLst>
              <a:path h="648081" w="1136237">
                <a:moveTo>
                  <a:pt x="0" y="0"/>
                </a:moveTo>
                <a:lnTo>
                  <a:pt x="1136238" y="0"/>
                </a:lnTo>
                <a:lnTo>
                  <a:pt x="1136238" y="648081"/>
                </a:lnTo>
                <a:lnTo>
                  <a:pt x="0" y="648081"/>
                </a:lnTo>
                <a:lnTo>
                  <a:pt x="0" y="0"/>
                </a:lnTo>
                <a:close/>
              </a:path>
            </a:pathLst>
          </a:custGeom>
          <a:blipFill>
            <a:blip r:embed="rId174">
              <a:extLst>
                <a:ext uri="{96DAC541-7B7A-43D3-8B79-37D633B846F1}">
                  <asvg:svgBlip xmlns:asvg="http://schemas.microsoft.com/office/drawing/2016/SVG/main" r:embed="rId17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7" id="97"/>
          <p:cNvSpPr txBox="true"/>
          <p:nvPr/>
        </p:nvSpPr>
        <p:spPr>
          <a:xfrm rot="0">
            <a:off x="10534726" y="3554644"/>
            <a:ext cx="2778862" cy="1588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"/>
              </a:lnSpc>
            </a:pPr>
            <a:r>
              <a:rPr lang="en-US" sz="1012" b="true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SlidesCarnival icons are editable shapes</a:t>
            </a:r>
            <a:r>
              <a:rPr lang="en-US" sz="101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 </a:t>
            </a:r>
          </a:p>
          <a:p>
            <a:pPr algn="l">
              <a:lnSpc>
                <a:spcPts val="1215"/>
              </a:lnSpc>
            </a:pPr>
          </a:p>
          <a:p>
            <a:pPr algn="l">
              <a:lnSpc>
                <a:spcPts val="1215"/>
              </a:lnSpc>
            </a:pPr>
            <a:r>
              <a:rPr lang="en-US" sz="101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means that you can:</a:t>
            </a:r>
          </a:p>
          <a:p>
            <a:pPr algn="l" marL="376113" indent="-188057" lvl="1">
              <a:lnSpc>
                <a:spcPts val="1215"/>
              </a:lnSpc>
              <a:buFont typeface="Arial"/>
              <a:buChar char="•"/>
            </a:pPr>
            <a:r>
              <a:rPr lang="en-US" sz="101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Resize them without losing quality.</a:t>
            </a:r>
          </a:p>
          <a:p>
            <a:pPr algn="l" marL="376113" indent="-188057" lvl="1">
              <a:lnSpc>
                <a:spcPts val="1215"/>
              </a:lnSpc>
              <a:buFont typeface="Arial"/>
              <a:buChar char="•"/>
            </a:pPr>
            <a:r>
              <a:rPr lang="en-US" sz="101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Change fill color and opacity.</a:t>
            </a:r>
          </a:p>
          <a:p>
            <a:pPr algn="l" marL="376113" indent="-188057" lvl="1">
              <a:lnSpc>
                <a:spcPts val="1215"/>
              </a:lnSpc>
              <a:buFont typeface="Arial"/>
              <a:buChar char="•"/>
            </a:pPr>
            <a:r>
              <a:rPr lang="en-US" sz="101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Change line color, width and style.</a:t>
            </a:r>
          </a:p>
          <a:p>
            <a:pPr algn="l" marL="376113" indent="-188057" lvl="1">
              <a:lnSpc>
                <a:spcPts val="1215"/>
              </a:lnSpc>
            </a:pPr>
          </a:p>
          <a:p>
            <a:pPr algn="l" marL="376113" indent="-188057" lvl="1">
              <a:lnSpc>
                <a:spcPts val="1215"/>
              </a:lnSpc>
            </a:pPr>
            <a:r>
              <a:rPr lang="en-US" sz="101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Isn’t that nice? :)</a:t>
            </a:r>
          </a:p>
          <a:p>
            <a:pPr algn="l" marL="376113" indent="-188057" lvl="1">
              <a:lnSpc>
                <a:spcPts val="1215"/>
              </a:lnSpc>
            </a:pPr>
          </a:p>
          <a:p>
            <a:pPr algn="l" marL="376113" indent="-188057" lvl="1">
              <a:lnSpc>
                <a:spcPts val="1215"/>
              </a:lnSpc>
            </a:pPr>
            <a:r>
              <a:rPr lang="en-US" sz="101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Examples:</a:t>
            </a:r>
          </a:p>
          <a:p>
            <a:pPr algn="l" marL="376113" indent="-188057" lvl="1">
              <a:lnSpc>
                <a:spcPts val="1215"/>
              </a:lnSpc>
            </a:pPr>
          </a:p>
          <a:p>
            <a:pPr algn="l" marL="376113" indent="-188057" lvl="1">
              <a:lnSpc>
                <a:spcPts val="1215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DAHL_BrsPvY</dc:identifier>
  <dcterms:modified xsi:type="dcterms:W3CDTF">2011-08-01T06:04:30Z</dcterms:modified>
  <cp:revision>1</cp:revision>
  <dc:title>vie_16x9_slide-nhan-dien-huit.pptx</dc:title>
</cp:coreProperties>
</file>